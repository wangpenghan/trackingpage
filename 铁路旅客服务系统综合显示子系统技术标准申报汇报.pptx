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sldIdLst>
    <p:sldId id="256" r:id="rId3"/>
    <p:sldId id="297" r:id="rId5"/>
    <p:sldId id="330" r:id="rId6"/>
    <p:sldId id="333" r:id="rId7"/>
    <p:sldId id="331" r:id="rId8"/>
    <p:sldId id="332" r:id="rId9"/>
    <p:sldId id="335" r:id="rId10"/>
    <p:sldId id="336" r:id="rId11"/>
    <p:sldId id="261" r:id="rId12"/>
  </p:sldIdLst>
  <p:sldSz cx="12192000" cy="6858000"/>
  <p:notesSz cx="6858000" cy="9144000"/>
  <p:custDataLst>
    <p:tags r:id="rId17"/>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24"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qq qq" initials="qq"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CAFE3"/>
    <a:srgbClr val="386092"/>
    <a:srgbClr val="8FC31F"/>
    <a:srgbClr val="376092"/>
    <a:srgbClr val="004098"/>
    <a:srgbClr val="53708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31" autoAdjust="0"/>
    <p:restoredTop sz="84787" autoAdjust="0"/>
  </p:normalViewPr>
  <p:slideViewPr>
    <p:cSldViewPr showGuides="1">
      <p:cViewPr varScale="1">
        <p:scale>
          <a:sx n="63" d="100"/>
          <a:sy n="63" d="100"/>
        </p:scale>
        <p:origin x="1002" y="66"/>
      </p:cViewPr>
      <p:guideLst>
        <p:guide orient="horz" pos="2224"/>
        <p:guide pos="3840"/>
      </p:guideLst>
    </p:cSldViewPr>
  </p:slideViewPr>
  <p:notesTextViewPr>
    <p:cViewPr>
      <p:scale>
        <a:sx n="100" d="100"/>
        <a:sy n="100" d="100"/>
      </p:scale>
      <p:origin x="0" y="0"/>
    </p:cViewPr>
  </p:notesTextViewPr>
  <p:sorterViewPr>
    <p:cViewPr>
      <p:scale>
        <a:sx n="200" d="100"/>
        <a:sy n="200" d="100"/>
      </p:scale>
      <p:origin x="0" y="-2478"/>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notesMaster" Target="notesMasters/notesMaster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ableStyles" Target="tableStyles.xml"/><Relationship Id="rId16" Type="http://schemas.openxmlformats.org/officeDocument/2006/relationships/commentAuthors" Target="commentAuthors.xml"/><Relationship Id="rId17"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ea typeface="+mn-ea"/>
              </a:defRPr>
            </a:lvl1pPr>
          </a:lstStyle>
          <a:p>
            <a:pPr>
              <a:defRPr/>
            </a:pPr>
            <a:fld id="{C668B946-1694-4AAF-834F-B0697E316BFD}" type="datetimeFigureOut">
              <a:rPr lang="zh-CN" altLang="en-US"/>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ea typeface="+mn-ea"/>
              </a:defRPr>
            </a:lvl1pPr>
          </a:lstStyle>
          <a:p>
            <a:pPr>
              <a:defRPr/>
            </a:pPr>
            <a:fld id="{C8A012D4-EF8F-453C-BCB6-3562C4E249B7}" type="slidenum">
              <a:rPr lang="zh-CN" altLang="en-US"/>
            </a:fld>
            <a:endParaRPr lang="zh-CN" alt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8A012D4-EF8F-453C-BCB6-3562C4E249B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8A012D4-EF8F-453C-BCB6-3562C4E249B7}"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8A012D4-EF8F-453C-BCB6-3562C4E249B7}"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8A012D4-EF8F-453C-BCB6-3562C4E249B7}"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8A012D4-EF8F-453C-BCB6-3562C4E249B7}"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8A012D4-EF8F-453C-BCB6-3562C4E249B7}"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C8A012D4-EF8F-453C-BCB6-3562C4E249B7}"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C8A012D4-EF8F-453C-BCB6-3562C4E249B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pPr>
              <a:defRPr/>
            </a:pPr>
            <a:fld id="{A372336B-AE20-4FE9-B47A-01F2164CD2CB}" type="datetime1">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FAD8768D-D7BD-45A4-9EFD-DE02009F5489}" type="slidenum">
              <a:rPr lang="zh-CN" altLang="en-US" smtClean="0"/>
            </a:fld>
            <a:endParaRPr lang="zh-CN" altLang="en-US"/>
          </a:p>
        </p:txBody>
      </p:sp>
      <p:pic>
        <p:nvPicPr>
          <p:cNvPr id="7" name="Picture 2" descr="C:\Documents and Settings\Administrator\桌面\111-01.jpg"/>
          <p:cNvPicPr>
            <a:picLocks noChangeAspect="1" noChangeArrowheads="1"/>
          </p:cNvPicPr>
          <p:nvPr userDrawn="1"/>
        </p:nvPicPr>
        <p:blipFill>
          <a:blip r:embed="rId2" cstate="print"/>
          <a:srcRect/>
          <a:stretch>
            <a:fillRect/>
          </a:stretch>
        </p:blipFill>
        <p:spPr bwMode="auto">
          <a:xfrm>
            <a:off x="0" y="0"/>
            <a:ext cx="12192000" cy="6858000"/>
          </a:xfrm>
          <a:prstGeom prst="rect">
            <a:avLst/>
          </a:prstGeom>
          <a:noFill/>
          <a:ln w="9525">
            <a:noFill/>
            <a:miter lim="800000"/>
            <a:headEnd/>
            <a:tailEnd/>
          </a:ln>
        </p:spPr>
      </p:pic>
      <p:pic>
        <p:nvPicPr>
          <p:cNvPr id="8" name="图片 7"/>
          <p:cNvPicPr>
            <a:picLocks noChangeAspect="1"/>
          </p:cNvPicPr>
          <p:nvPr userDrawn="1"/>
        </p:nvPicPr>
        <p:blipFill>
          <a:blip r:embed="rId3">
            <a:clrChange>
              <a:clrFrom>
                <a:srgbClr val="FFFFFF"/>
              </a:clrFrom>
              <a:clrTo>
                <a:srgbClr val="FFFFFF">
                  <a:alpha val="0"/>
                </a:srgbClr>
              </a:clrTo>
            </a:clrChange>
          </a:blip>
          <a:stretch>
            <a:fillRect/>
          </a:stretch>
        </p:blipFill>
        <p:spPr>
          <a:xfrm>
            <a:off x="694267" y="424185"/>
            <a:ext cx="8064500" cy="104775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fld id="{A5285A44-EF12-40DE-A67F-05B8B230BEBC}" type="datetime1">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A307E87B-446E-4ED3-BA29-81F6E324796A}" type="slidenum">
              <a:rPr lang="zh-CN" altLang="en-US" smtClean="0"/>
            </a:fld>
            <a:endParaRPr lang="zh-CN" alt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Date Placeholder 3"/>
          <p:cNvSpPr>
            <a:spLocks noGrp="1"/>
          </p:cNvSpPr>
          <p:nvPr>
            <p:ph type="dt" sz="half" idx="10"/>
          </p:nvPr>
        </p:nvSpPr>
        <p:spPr/>
        <p:txBody>
          <a:bodyPr/>
          <a:lstStyle/>
          <a:p>
            <a:pPr>
              <a:defRPr/>
            </a:pPr>
            <a:fld id="{D69F18F0-864A-4729-973C-866E1111B71B}" type="datetime1">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6D5A2903-27A2-448E-93C7-0B9D2F85CA95}" type="slidenum">
              <a:rPr lang="zh-CN" altLang="en-US" smtClean="0"/>
            </a:fld>
            <a:endParaRPr lang="zh-CN" altLang="en-US"/>
          </a:p>
        </p:txBody>
      </p:sp>
      <p:pic>
        <p:nvPicPr>
          <p:cNvPr id="7" name="Picture 2" descr="C:\Documents and Settings\Administrator\桌面\未标题-1-01.jpg"/>
          <p:cNvPicPr>
            <a:picLocks noChangeAspect="1" noChangeArrowheads="1"/>
          </p:cNvPicPr>
          <p:nvPr userDrawn="1"/>
        </p:nvPicPr>
        <p:blipFill>
          <a:blip r:embed="rId2" cstate="print"/>
          <a:srcRect/>
          <a:stretch>
            <a:fillRect/>
          </a:stretch>
        </p:blipFill>
        <p:spPr bwMode="auto">
          <a:xfrm>
            <a:off x="0" y="0"/>
            <a:ext cx="12192000" cy="6858000"/>
          </a:xfrm>
          <a:prstGeom prst="rect">
            <a:avLst/>
          </a:prstGeom>
          <a:noFill/>
          <a:ln w="9525">
            <a:noFill/>
            <a:miter lim="800000"/>
            <a:headEnd/>
            <a:tailEnd/>
          </a:ln>
        </p:spPr>
      </p:pic>
      <p:pic>
        <p:nvPicPr>
          <p:cNvPr id="8" name="图片 7"/>
          <p:cNvPicPr>
            <a:picLocks noChangeAspect="1"/>
          </p:cNvPicPr>
          <p:nvPr userDrawn="1"/>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63085" y="508648"/>
            <a:ext cx="8065625" cy="1047896"/>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Date Placeholder 4"/>
          <p:cNvSpPr>
            <a:spLocks noGrp="1"/>
          </p:cNvSpPr>
          <p:nvPr>
            <p:ph type="dt" sz="half" idx="10"/>
          </p:nvPr>
        </p:nvSpPr>
        <p:spPr/>
        <p:txBody>
          <a:bodyPr/>
          <a:lstStyle/>
          <a:p>
            <a:pPr>
              <a:defRPr/>
            </a:pPr>
            <a:fld id="{D14CEF11-43FB-4AF4-A982-CFB9A5616237}" type="datetime1">
              <a:rPr lang="zh-CN" altLang="en-US" smtClean="0"/>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8F0FC8C0-A209-4741-AB57-8074DC014715}"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Content Placeholder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Content Placeholder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7" name="Date Placeholder 6"/>
          <p:cNvSpPr>
            <a:spLocks noGrp="1"/>
          </p:cNvSpPr>
          <p:nvPr>
            <p:ph type="dt" sz="half" idx="10"/>
          </p:nvPr>
        </p:nvSpPr>
        <p:spPr/>
        <p:txBody>
          <a:bodyPr/>
          <a:lstStyle/>
          <a:p>
            <a:pPr>
              <a:defRPr/>
            </a:pPr>
            <a:fld id="{DA5F8C92-7A8A-4743-BCCA-57C0EA57EA84}" type="datetime1">
              <a:rPr lang="zh-CN" altLang="en-US" smtClean="0"/>
            </a:fld>
            <a:endParaRPr lang="zh-CN" altLang="en-US"/>
          </a:p>
        </p:txBody>
      </p:sp>
      <p:sp>
        <p:nvSpPr>
          <p:cNvPr id="8" name="Footer Placeholder 7"/>
          <p:cNvSpPr>
            <a:spLocks noGrp="1"/>
          </p:cNvSpPr>
          <p:nvPr>
            <p:ph type="ftr" sz="quarter" idx="11"/>
          </p:nvPr>
        </p:nvSpPr>
        <p:spPr/>
        <p:txBody>
          <a:bodyPr/>
          <a:lstStyle/>
          <a:p>
            <a:pPr>
              <a:defRPr/>
            </a:pPr>
            <a:endParaRPr lang="zh-CN" altLang="en-US"/>
          </a:p>
        </p:txBody>
      </p:sp>
      <p:sp>
        <p:nvSpPr>
          <p:cNvPr id="9" name="Slide Number Placeholder 8"/>
          <p:cNvSpPr>
            <a:spLocks noGrp="1"/>
          </p:cNvSpPr>
          <p:nvPr>
            <p:ph type="sldNum" sz="quarter" idx="12"/>
          </p:nvPr>
        </p:nvSpPr>
        <p:spPr/>
        <p:txBody>
          <a:bodyPr/>
          <a:lstStyle/>
          <a:p>
            <a:pPr>
              <a:defRPr/>
            </a:pPr>
            <a:fld id="{6A54A413-D2CA-43EA-ADCC-BFE20BC0155A}"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pPr>
              <a:defRPr/>
            </a:pPr>
            <a:fld id="{ABDEB9FA-4080-4FC5-9D3F-28D669B631A0}" type="datetime1">
              <a:rPr lang="zh-CN" altLang="en-US" smtClean="0"/>
            </a:fld>
            <a:endParaRPr lang="zh-CN" altLang="en-US"/>
          </a:p>
        </p:txBody>
      </p:sp>
      <p:sp>
        <p:nvSpPr>
          <p:cNvPr id="4" name="Footer Placeholder 3"/>
          <p:cNvSpPr>
            <a:spLocks noGrp="1"/>
          </p:cNvSpPr>
          <p:nvPr>
            <p:ph type="ftr" sz="quarter" idx="11"/>
          </p:nvPr>
        </p:nvSpPr>
        <p:spPr/>
        <p:txBody>
          <a:bodyPr/>
          <a:lstStyle/>
          <a:p>
            <a:pPr>
              <a:defRPr/>
            </a:pPr>
            <a:endParaRPr lang="zh-CN" altLang="en-US"/>
          </a:p>
        </p:txBody>
      </p:sp>
      <p:sp>
        <p:nvSpPr>
          <p:cNvPr id="5" name="Slide Number Placeholder 4"/>
          <p:cNvSpPr>
            <a:spLocks noGrp="1"/>
          </p:cNvSpPr>
          <p:nvPr>
            <p:ph type="sldNum" sz="quarter" idx="12"/>
          </p:nvPr>
        </p:nvSpPr>
        <p:spPr/>
        <p:txBody>
          <a:bodyPr/>
          <a:lstStyle/>
          <a:p>
            <a:pPr>
              <a:defRPr/>
            </a:pPr>
            <a:fld id="{7D286DA7-1564-4237-9157-F8AA69877902}"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796B799B-BA18-45E1-968C-2B8FD3CBBE74}" type="datetime1">
              <a:rPr lang="zh-CN" altLang="en-US" smtClean="0"/>
            </a:fld>
            <a:endParaRPr lang="zh-CN" altLang="en-US"/>
          </a:p>
        </p:txBody>
      </p:sp>
      <p:sp>
        <p:nvSpPr>
          <p:cNvPr id="3" name="Footer Placeholder 2"/>
          <p:cNvSpPr>
            <a:spLocks noGrp="1"/>
          </p:cNvSpPr>
          <p:nvPr>
            <p:ph type="ftr" sz="quarter" idx="11"/>
          </p:nvPr>
        </p:nvSpPr>
        <p:spPr/>
        <p:txBody>
          <a:bodyPr/>
          <a:lstStyle/>
          <a:p>
            <a:pPr>
              <a:defRPr/>
            </a:pPr>
            <a:endParaRPr lang="zh-CN" altLang="en-US"/>
          </a:p>
        </p:txBody>
      </p:sp>
      <p:sp>
        <p:nvSpPr>
          <p:cNvPr id="4" name="Slide Number Placeholder 3"/>
          <p:cNvSpPr>
            <a:spLocks noGrp="1"/>
          </p:cNvSpPr>
          <p:nvPr>
            <p:ph type="sldNum" sz="quarter" idx="12"/>
          </p:nvPr>
        </p:nvSpPr>
        <p:spPr/>
        <p:txBody>
          <a:bodyPr/>
          <a:lstStyle/>
          <a:p>
            <a:pPr>
              <a:defRPr/>
            </a:pPr>
            <a:fld id="{BB507056-DE1D-426A-B6BE-35A895B89C9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pPr>
              <a:defRPr/>
            </a:pPr>
            <a:fld id="{FEA57015-23DE-44FE-846B-CA0E3EBF6B5E}" type="datetime1">
              <a:rPr lang="zh-CN" altLang="en-US" smtClean="0"/>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4BDEDEDA-B439-46E4-84F6-10BB10405F8E}"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Date Placeholder 4"/>
          <p:cNvSpPr>
            <a:spLocks noGrp="1"/>
          </p:cNvSpPr>
          <p:nvPr>
            <p:ph type="dt" sz="half" idx="10"/>
          </p:nvPr>
        </p:nvSpPr>
        <p:spPr/>
        <p:txBody>
          <a:bodyPr/>
          <a:lstStyle/>
          <a:p>
            <a:pPr>
              <a:defRPr/>
            </a:pPr>
            <a:fld id="{46DF399F-E1BF-472B-9DEE-A5CFFBFCFBB9}" type="datetime1">
              <a:rPr lang="zh-CN" altLang="en-US" smtClean="0"/>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ED4323EF-CA8E-488C-85DA-72855B38888F}"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fld id="{C53F3825-4B58-4F5C-95EC-C50429B74607}" type="datetime1">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1F4E036E-6D26-44E7-8F62-3EBD80BDEC83}"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fld id="{A5285A44-EF12-40DE-A67F-05B8B230BEBC}" type="datetime1">
              <a:rPr lang="zh-CN" altLang="en-US" smtClean="0"/>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A307E87B-446E-4ED3-BA29-81F6E324796A}" type="slidenum">
              <a:rPr lang="zh-CN" altLang="en-US" smtClean="0"/>
            </a:fld>
            <a:endParaRPr lang="zh-CN" alt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pic>
        <p:nvPicPr>
          <p:cNvPr id="4" name="Picture 2" descr="C:\Documents and Settings\Administrator\桌面\未标题-1-01.jpg"/>
          <p:cNvPicPr>
            <a:picLocks noChangeAspect="1" noChangeArrowheads="1"/>
          </p:cNvPicPr>
          <p:nvPr userDrawn="1"/>
        </p:nvPicPr>
        <p:blipFill>
          <a:blip r:embed="rId2" cstate="print"/>
          <a:srcRect/>
          <a:stretch>
            <a:fillRect/>
          </a:stretch>
        </p:blipFill>
        <p:spPr bwMode="auto">
          <a:xfrm>
            <a:off x="0" y="0"/>
            <a:ext cx="12192000" cy="6858000"/>
          </a:xfrm>
          <a:prstGeom prst="rect">
            <a:avLst/>
          </a:prstGeom>
          <a:noFill/>
          <a:ln w="9525">
            <a:noFill/>
            <a:miter lim="800000"/>
            <a:headEnd/>
            <a:tailEnd/>
          </a:ln>
        </p:spPr>
      </p:pic>
      <p:sp>
        <p:nvSpPr>
          <p:cNvPr id="3" name="内容占位符 2"/>
          <p:cNvSpPr>
            <a:spLocks noGrp="1"/>
          </p:cNvSpPr>
          <p:nvPr>
            <p:ph idx="1"/>
          </p:nvPr>
        </p:nvSpPr>
        <p:spPr>
          <a:xfrm>
            <a:off x="1047715" y="1142985"/>
            <a:ext cx="10287072" cy="4983179"/>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3"/>
          <p:cNvSpPr>
            <a:spLocks noGrp="1"/>
          </p:cNvSpPr>
          <p:nvPr>
            <p:ph type="dt" sz="half" idx="10"/>
          </p:nvPr>
        </p:nvSpPr>
        <p:spPr/>
        <p:txBody>
          <a:bodyPr/>
          <a:lstStyle>
            <a:lvl1pPr>
              <a:defRPr/>
            </a:lvl1pPr>
          </a:lstStyle>
          <a:p>
            <a:pPr>
              <a:defRPr/>
            </a:pPr>
            <a:fld id="{959B0D82-40A5-4E01-B73B-CB33BE7A0C6E}" type="datetime1">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smtClean="0">
                <a:solidFill>
                  <a:srgbClr val="004098"/>
                </a:solidFill>
                <a:latin typeface="微软雅黑" panose="020B0503020204020204" pitchFamily="34" charset="-122"/>
                <a:ea typeface="微软雅黑" panose="020B0503020204020204" pitchFamily="34" charset="-122"/>
              </a:defRPr>
            </a:lvl1pPr>
          </a:lstStyle>
          <a:p>
            <a:pPr>
              <a:defRPr/>
            </a:pPr>
            <a:fld id="{8D03F931-512F-4038-B27C-E7B5931F1FBE}" type="slidenum">
              <a:rPr lang="zh-CN" altLang="en-US"/>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pic>
        <p:nvPicPr>
          <p:cNvPr id="4" name="Picture 2" descr="C:\Documents and Settings\Administrator\桌面\未标题-1-01.jpg"/>
          <p:cNvPicPr>
            <a:picLocks noChangeAspect="1" noChangeArrowheads="1"/>
          </p:cNvPicPr>
          <p:nvPr userDrawn="1"/>
        </p:nvPicPr>
        <p:blipFill>
          <a:blip r:embed="rId2" cstate="print"/>
          <a:srcRect/>
          <a:stretch>
            <a:fillRect/>
          </a:stretch>
        </p:blipFill>
        <p:spPr bwMode="auto">
          <a:xfrm>
            <a:off x="0" y="0"/>
            <a:ext cx="12192000" cy="6858000"/>
          </a:xfrm>
          <a:prstGeom prst="rect">
            <a:avLst/>
          </a:prstGeom>
          <a:noFill/>
          <a:ln w="9525">
            <a:noFill/>
            <a:miter lim="800000"/>
            <a:headEnd/>
            <a:tailEnd/>
          </a:ln>
        </p:spPr>
      </p:pic>
      <p:sp>
        <p:nvSpPr>
          <p:cNvPr id="3" name="内容占位符 2"/>
          <p:cNvSpPr>
            <a:spLocks noGrp="1"/>
          </p:cNvSpPr>
          <p:nvPr>
            <p:ph idx="1"/>
          </p:nvPr>
        </p:nvSpPr>
        <p:spPr>
          <a:xfrm>
            <a:off x="1047715" y="1142985"/>
            <a:ext cx="10287072" cy="4983179"/>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3"/>
          <p:cNvSpPr>
            <a:spLocks noGrp="1"/>
          </p:cNvSpPr>
          <p:nvPr>
            <p:ph type="dt" sz="half" idx="10"/>
          </p:nvPr>
        </p:nvSpPr>
        <p:spPr/>
        <p:txBody>
          <a:bodyPr/>
          <a:lstStyle>
            <a:lvl1pPr>
              <a:defRPr/>
            </a:lvl1pPr>
          </a:lstStyle>
          <a:p>
            <a:pPr>
              <a:defRPr/>
            </a:pPr>
            <a:fld id="{959B0D82-40A5-4E01-B73B-CB33BE7A0C6E}" type="datetime1">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smtClean="0">
                <a:solidFill>
                  <a:srgbClr val="004098"/>
                </a:solidFill>
                <a:latin typeface="微软雅黑" panose="020B0503020204020204" pitchFamily="34" charset="-122"/>
                <a:ea typeface="微软雅黑" panose="020B0503020204020204" pitchFamily="34" charset="-122"/>
              </a:defRPr>
            </a:lvl1pPr>
          </a:lstStyle>
          <a:p>
            <a:pPr>
              <a:defRPr/>
            </a:pPr>
            <a:fld id="{8D03F931-512F-4038-B27C-E7B5931F1FBE}" type="slidenum">
              <a:rPr lang="zh-CN" altLang="en-US"/>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pic>
        <p:nvPicPr>
          <p:cNvPr id="4" name="Picture 2" descr="C:\Documents and Settings\Administrator\桌面\未标题-1-01.jpg"/>
          <p:cNvPicPr>
            <a:picLocks noChangeAspect="1" noChangeArrowheads="1"/>
          </p:cNvPicPr>
          <p:nvPr userDrawn="1"/>
        </p:nvPicPr>
        <p:blipFill>
          <a:blip r:embed="rId2" cstate="print"/>
          <a:srcRect/>
          <a:stretch>
            <a:fillRect/>
          </a:stretch>
        </p:blipFill>
        <p:spPr bwMode="auto">
          <a:xfrm>
            <a:off x="0" y="0"/>
            <a:ext cx="12192000" cy="6858000"/>
          </a:xfrm>
          <a:prstGeom prst="rect">
            <a:avLst/>
          </a:prstGeom>
          <a:noFill/>
          <a:ln w="9525">
            <a:noFill/>
            <a:miter lim="800000"/>
            <a:headEnd/>
            <a:tailEnd/>
          </a:ln>
        </p:spPr>
      </p:pic>
      <p:sp>
        <p:nvSpPr>
          <p:cNvPr id="3" name="内容占位符 2"/>
          <p:cNvSpPr>
            <a:spLocks noGrp="1"/>
          </p:cNvSpPr>
          <p:nvPr>
            <p:ph idx="1"/>
          </p:nvPr>
        </p:nvSpPr>
        <p:spPr>
          <a:xfrm>
            <a:off x="1047715" y="1142985"/>
            <a:ext cx="10287072" cy="4983179"/>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3"/>
          <p:cNvSpPr>
            <a:spLocks noGrp="1"/>
          </p:cNvSpPr>
          <p:nvPr>
            <p:ph type="dt" sz="half" idx="10"/>
          </p:nvPr>
        </p:nvSpPr>
        <p:spPr/>
        <p:txBody>
          <a:bodyPr/>
          <a:lstStyle>
            <a:lvl1pPr>
              <a:defRPr/>
            </a:lvl1pPr>
          </a:lstStyle>
          <a:p>
            <a:pPr>
              <a:defRPr/>
            </a:pPr>
            <a:fld id="{959B0D82-40A5-4E01-B73B-CB33BE7A0C6E}" type="datetime1">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smtClean="0">
                <a:solidFill>
                  <a:srgbClr val="004098"/>
                </a:solidFill>
                <a:latin typeface="微软雅黑" panose="020B0503020204020204" pitchFamily="34" charset="-122"/>
                <a:ea typeface="微软雅黑" panose="020B0503020204020204" pitchFamily="34" charset="-122"/>
              </a:defRPr>
            </a:lvl1pPr>
          </a:lstStyle>
          <a:p>
            <a:pPr>
              <a:defRPr/>
            </a:pPr>
            <a:fld id="{8D03F931-512F-4038-B27C-E7B5931F1FBE}" type="slidenum">
              <a:rPr lang="zh-CN" altLang="en-US"/>
            </a:fld>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pic>
        <p:nvPicPr>
          <p:cNvPr id="4" name="Picture 2" descr="C:\Documents and Settings\Administrator\桌面\未标题-1-01.jpg"/>
          <p:cNvPicPr>
            <a:picLocks noChangeAspect="1" noChangeArrowheads="1"/>
          </p:cNvPicPr>
          <p:nvPr userDrawn="1"/>
        </p:nvPicPr>
        <p:blipFill>
          <a:blip r:embed="rId2" cstate="print"/>
          <a:srcRect/>
          <a:stretch>
            <a:fillRect/>
          </a:stretch>
        </p:blipFill>
        <p:spPr bwMode="auto">
          <a:xfrm>
            <a:off x="0" y="0"/>
            <a:ext cx="12192000" cy="6858000"/>
          </a:xfrm>
          <a:prstGeom prst="rect">
            <a:avLst/>
          </a:prstGeom>
          <a:noFill/>
          <a:ln w="9525">
            <a:noFill/>
            <a:miter lim="800000"/>
            <a:headEnd/>
            <a:tailEnd/>
          </a:ln>
        </p:spPr>
      </p:pic>
      <p:sp>
        <p:nvSpPr>
          <p:cNvPr id="3" name="内容占位符 2"/>
          <p:cNvSpPr>
            <a:spLocks noGrp="1"/>
          </p:cNvSpPr>
          <p:nvPr>
            <p:ph idx="1"/>
          </p:nvPr>
        </p:nvSpPr>
        <p:spPr>
          <a:xfrm>
            <a:off x="1047715" y="1142985"/>
            <a:ext cx="10287072" cy="4983179"/>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3"/>
          <p:cNvSpPr>
            <a:spLocks noGrp="1"/>
          </p:cNvSpPr>
          <p:nvPr>
            <p:ph type="dt" sz="half" idx="10"/>
          </p:nvPr>
        </p:nvSpPr>
        <p:spPr/>
        <p:txBody>
          <a:bodyPr/>
          <a:lstStyle>
            <a:lvl1pPr>
              <a:defRPr/>
            </a:lvl1pPr>
          </a:lstStyle>
          <a:p>
            <a:pPr>
              <a:defRPr/>
            </a:pPr>
            <a:fld id="{959B0D82-40A5-4E01-B73B-CB33BE7A0C6E}" type="datetime1">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smtClean="0">
                <a:solidFill>
                  <a:srgbClr val="004098"/>
                </a:solidFill>
                <a:latin typeface="微软雅黑" panose="020B0503020204020204" pitchFamily="34" charset="-122"/>
                <a:ea typeface="微软雅黑" panose="020B0503020204020204" pitchFamily="34" charset="-122"/>
              </a:defRPr>
            </a:lvl1pPr>
          </a:lstStyle>
          <a:p>
            <a:pPr>
              <a:defRPr/>
            </a:pPr>
            <a:fld id="{8D03F931-512F-4038-B27C-E7B5931F1FBE}" type="slidenum">
              <a:rPr lang="zh-CN" altLang="en-US"/>
            </a:fld>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pic>
        <p:nvPicPr>
          <p:cNvPr id="4" name="Picture 2" descr="C:\Documents and Settings\Administrator\桌面\未标题-1-01.jpg"/>
          <p:cNvPicPr>
            <a:picLocks noChangeAspect="1" noChangeArrowheads="1"/>
          </p:cNvPicPr>
          <p:nvPr userDrawn="1"/>
        </p:nvPicPr>
        <p:blipFill>
          <a:blip r:embed="rId2" cstate="print"/>
          <a:srcRect/>
          <a:stretch>
            <a:fillRect/>
          </a:stretch>
        </p:blipFill>
        <p:spPr bwMode="auto">
          <a:xfrm>
            <a:off x="0" y="0"/>
            <a:ext cx="12192000" cy="6858000"/>
          </a:xfrm>
          <a:prstGeom prst="rect">
            <a:avLst/>
          </a:prstGeom>
          <a:noFill/>
          <a:ln w="9525">
            <a:noFill/>
            <a:miter lim="800000"/>
            <a:headEnd/>
            <a:tailEnd/>
          </a:ln>
        </p:spPr>
      </p:pic>
      <p:sp>
        <p:nvSpPr>
          <p:cNvPr id="3" name="内容占位符 2"/>
          <p:cNvSpPr>
            <a:spLocks noGrp="1"/>
          </p:cNvSpPr>
          <p:nvPr>
            <p:ph idx="1"/>
          </p:nvPr>
        </p:nvSpPr>
        <p:spPr>
          <a:xfrm>
            <a:off x="1047715" y="1142985"/>
            <a:ext cx="10287072" cy="4983179"/>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3"/>
          <p:cNvSpPr>
            <a:spLocks noGrp="1"/>
          </p:cNvSpPr>
          <p:nvPr>
            <p:ph type="dt" sz="half" idx="10"/>
          </p:nvPr>
        </p:nvSpPr>
        <p:spPr/>
        <p:txBody>
          <a:bodyPr/>
          <a:lstStyle>
            <a:lvl1pPr>
              <a:defRPr/>
            </a:lvl1pPr>
          </a:lstStyle>
          <a:p>
            <a:pPr>
              <a:defRPr/>
            </a:pPr>
            <a:fld id="{959B0D82-40A5-4E01-B73B-CB33BE7A0C6E}" type="datetime1">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smtClean="0">
                <a:solidFill>
                  <a:srgbClr val="004098"/>
                </a:solidFill>
                <a:latin typeface="微软雅黑" panose="020B0503020204020204" pitchFamily="34" charset="-122"/>
                <a:ea typeface="微软雅黑" panose="020B0503020204020204" pitchFamily="34" charset="-122"/>
              </a:defRPr>
            </a:lvl1pPr>
          </a:lstStyle>
          <a:p>
            <a:pPr>
              <a:defRPr/>
            </a:pPr>
            <a:fld id="{8D03F931-512F-4038-B27C-E7B5931F1FBE}" type="slidenum">
              <a:rPr lang="zh-CN" altLang="en-US"/>
            </a:fld>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pic>
        <p:nvPicPr>
          <p:cNvPr id="4" name="Picture 2" descr="C:\Documents and Settings\Administrator\桌面\未标题-1-01.jpg"/>
          <p:cNvPicPr>
            <a:picLocks noChangeAspect="1" noChangeArrowheads="1"/>
          </p:cNvPicPr>
          <p:nvPr userDrawn="1"/>
        </p:nvPicPr>
        <p:blipFill>
          <a:blip r:embed="rId2" cstate="print"/>
          <a:srcRect/>
          <a:stretch>
            <a:fillRect/>
          </a:stretch>
        </p:blipFill>
        <p:spPr bwMode="auto">
          <a:xfrm>
            <a:off x="0" y="0"/>
            <a:ext cx="12192000" cy="6858000"/>
          </a:xfrm>
          <a:prstGeom prst="rect">
            <a:avLst/>
          </a:prstGeom>
          <a:noFill/>
          <a:ln w="9525">
            <a:noFill/>
            <a:miter lim="800000"/>
            <a:headEnd/>
            <a:tailEnd/>
          </a:ln>
        </p:spPr>
      </p:pic>
      <p:sp>
        <p:nvSpPr>
          <p:cNvPr id="3" name="内容占位符 2"/>
          <p:cNvSpPr>
            <a:spLocks noGrp="1"/>
          </p:cNvSpPr>
          <p:nvPr>
            <p:ph idx="1"/>
          </p:nvPr>
        </p:nvSpPr>
        <p:spPr>
          <a:xfrm>
            <a:off x="1047715" y="1142985"/>
            <a:ext cx="10287072" cy="4983179"/>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3"/>
          <p:cNvSpPr>
            <a:spLocks noGrp="1"/>
          </p:cNvSpPr>
          <p:nvPr>
            <p:ph type="dt" sz="half" idx="10"/>
          </p:nvPr>
        </p:nvSpPr>
        <p:spPr/>
        <p:txBody>
          <a:bodyPr/>
          <a:lstStyle>
            <a:lvl1pPr>
              <a:defRPr/>
            </a:lvl1pPr>
          </a:lstStyle>
          <a:p>
            <a:pPr>
              <a:defRPr/>
            </a:pPr>
            <a:fld id="{959B0D82-40A5-4E01-B73B-CB33BE7A0C6E}" type="datetime1">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smtClean="0">
                <a:solidFill>
                  <a:srgbClr val="004098"/>
                </a:solidFill>
                <a:latin typeface="微软雅黑" panose="020B0503020204020204" pitchFamily="34" charset="-122"/>
                <a:ea typeface="微软雅黑" panose="020B0503020204020204" pitchFamily="34" charset="-122"/>
              </a:defRPr>
            </a:lvl1pPr>
          </a:lstStyle>
          <a:p>
            <a:pPr>
              <a:defRPr/>
            </a:pPr>
            <a:fld id="{8D03F931-512F-4038-B27C-E7B5931F1FBE}" type="slidenum">
              <a:rPr lang="zh-CN" altLang="en-US"/>
            </a:fld>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7_标题和内容">
    <p:spTree>
      <p:nvGrpSpPr>
        <p:cNvPr id="1" name=""/>
        <p:cNvGrpSpPr/>
        <p:nvPr/>
      </p:nvGrpSpPr>
      <p:grpSpPr>
        <a:xfrm>
          <a:off x="0" y="0"/>
          <a:ext cx="0" cy="0"/>
          <a:chOff x="0" y="0"/>
          <a:chExt cx="0" cy="0"/>
        </a:xfrm>
      </p:grpSpPr>
      <p:pic>
        <p:nvPicPr>
          <p:cNvPr id="4" name="Picture 2" descr="C:\Documents and Settings\Administrator\桌面\未标题-1-01.jpg"/>
          <p:cNvPicPr>
            <a:picLocks noChangeAspect="1" noChangeArrowheads="1"/>
          </p:cNvPicPr>
          <p:nvPr userDrawn="1"/>
        </p:nvPicPr>
        <p:blipFill>
          <a:blip r:embed="rId2" cstate="print"/>
          <a:srcRect/>
          <a:stretch>
            <a:fillRect/>
          </a:stretch>
        </p:blipFill>
        <p:spPr bwMode="auto">
          <a:xfrm>
            <a:off x="0" y="0"/>
            <a:ext cx="12192000" cy="6858000"/>
          </a:xfrm>
          <a:prstGeom prst="rect">
            <a:avLst/>
          </a:prstGeom>
          <a:noFill/>
          <a:ln w="9525">
            <a:noFill/>
            <a:miter lim="800000"/>
            <a:headEnd/>
            <a:tailEnd/>
          </a:ln>
        </p:spPr>
      </p:pic>
      <p:sp>
        <p:nvSpPr>
          <p:cNvPr id="3" name="内容占位符 2"/>
          <p:cNvSpPr>
            <a:spLocks noGrp="1"/>
          </p:cNvSpPr>
          <p:nvPr>
            <p:ph idx="1"/>
          </p:nvPr>
        </p:nvSpPr>
        <p:spPr>
          <a:xfrm>
            <a:off x="1047715" y="1142985"/>
            <a:ext cx="10287072" cy="4983179"/>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3"/>
          <p:cNvSpPr>
            <a:spLocks noGrp="1"/>
          </p:cNvSpPr>
          <p:nvPr>
            <p:ph type="dt" sz="half" idx="10"/>
          </p:nvPr>
        </p:nvSpPr>
        <p:spPr/>
        <p:txBody>
          <a:bodyPr/>
          <a:lstStyle>
            <a:lvl1pPr>
              <a:defRPr/>
            </a:lvl1pPr>
          </a:lstStyle>
          <a:p>
            <a:pPr>
              <a:defRPr/>
            </a:pPr>
            <a:fld id="{959B0D82-40A5-4E01-B73B-CB33BE7A0C6E}" type="datetime1">
              <a:rPr lang="zh-CN" altLang="en-US"/>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smtClean="0">
                <a:solidFill>
                  <a:srgbClr val="004098"/>
                </a:solidFill>
                <a:latin typeface="微软雅黑" panose="020B0503020204020204" pitchFamily="34" charset="-122"/>
                <a:ea typeface="微软雅黑" panose="020B0503020204020204" pitchFamily="34" charset="-122"/>
              </a:defRPr>
            </a:lvl1pPr>
          </a:lstStyle>
          <a:p>
            <a:pPr>
              <a:defRPr/>
            </a:pPr>
            <a:fld id="{8D03F931-512F-4038-B27C-E7B5931F1FBE}" type="slidenum">
              <a:rPr lang="zh-CN" altLang="en-US"/>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A5285A44-EF12-40DE-A67F-05B8B230BEBC}" type="datetime1">
              <a:rPr lang="zh-CN" altLang="en-US" smtClean="0"/>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A307E87B-446E-4ED3-BA29-81F6E324796A}"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5"/>
          <p:cNvSpPr>
            <a:spLocks noChangeArrowheads="1"/>
          </p:cNvSpPr>
          <p:nvPr/>
        </p:nvSpPr>
        <p:spPr bwMode="auto">
          <a:xfrm>
            <a:off x="2135560" y="2060849"/>
            <a:ext cx="8075612" cy="2246769"/>
          </a:xfrm>
          <a:prstGeom prst="rect">
            <a:avLst/>
          </a:prstGeom>
          <a:noFill/>
          <a:ln w="9525">
            <a:noFill/>
            <a:miter lim="800000"/>
          </a:ln>
        </p:spPr>
        <p:txBody>
          <a:bodyPr>
            <a:spAutoFit/>
          </a:bodyPr>
          <a:lstStyle/>
          <a:p>
            <a:r>
              <a:t>信息化专业国铁集团技术标准</a:t>
            </a:r>
          </a:p>
          <a:p>
            <a:r>
              <a:t>申请汇报</a:t>
            </a:r>
          </a:p>
        </p:txBody>
      </p:sp>
      <p:sp>
        <p:nvSpPr>
          <p:cNvPr id="5123" name="矩形 6"/>
          <p:cNvSpPr>
            <a:spLocks noChangeArrowheads="1"/>
          </p:cNvSpPr>
          <p:nvPr/>
        </p:nvSpPr>
        <p:spPr bwMode="auto">
          <a:xfrm>
            <a:off x="2166911" y="3286124"/>
            <a:ext cx="6072187" cy="569912"/>
          </a:xfrm>
          <a:prstGeom prst="rect">
            <a:avLst/>
          </a:prstGeom>
          <a:noFill/>
          <a:ln w="9525">
            <a:noFill/>
            <a:miter lim="800000"/>
          </a:ln>
        </p:spPr>
        <p:txBody>
          <a:bodyPr>
            <a:spAutoFit/>
          </a:bodyPr>
          <a:lstStyle/>
          <a:p>
            <a:endParaRPr lang="zh-CN" altLang="en-US" sz="3100">
              <a:solidFill>
                <a:srgbClr val="8FC31F"/>
              </a:solidFill>
              <a:latin typeface="Calibri" panose="020F0502020204030204" pitchFamily="34" charset="0"/>
            </a:endParaRPr>
          </a:p>
        </p:txBody>
      </p:sp>
      <p:sp>
        <p:nvSpPr>
          <p:cNvPr id="5" name="矩形 4"/>
          <p:cNvSpPr/>
          <p:nvPr/>
        </p:nvSpPr>
        <p:spPr>
          <a:xfrm>
            <a:off x="3738546" y="4643446"/>
            <a:ext cx="4849404" cy="369332"/>
          </a:xfrm>
          <a:prstGeom prst="rect">
            <a:avLst/>
          </a:prstGeom>
        </p:spPr>
        <p:txBody>
          <a:bodyPr wrap="none">
            <a:spAutoFit/>
          </a:bodyPr>
          <a:lstStyle/>
          <a:p>
            <a:r>
              <a:t>部门：XXXX事业部         汇报人： XXXXXX</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157418" y="990561"/>
            <a:ext cx="7715304" cy="4983179"/>
          </a:xfrm>
        </p:spPr>
        <p:txBody>
          <a:bodyPr/>
          <a:lstStyle/>
          <a:p>
            <a:endParaRPr lang="zh-CN" altLang="en-US"/>
          </a:p>
        </p:txBody>
      </p:sp>
      <p:sp>
        <p:nvSpPr>
          <p:cNvPr id="3" name="灯片编号占位符 2"/>
          <p:cNvSpPr>
            <a:spLocks noGrp="1"/>
          </p:cNvSpPr>
          <p:nvPr>
            <p:ph type="sldNum" sz="quarter" idx="12"/>
          </p:nvPr>
        </p:nvSpPr>
        <p:spPr>
          <a:xfrm>
            <a:off x="7924832" y="6203927"/>
            <a:ext cx="2133600" cy="365125"/>
          </a:xfrm>
        </p:spPr>
        <p:txBody>
          <a:bodyPr/>
          <a:lstStyle/>
          <a:p>
            <a:pPr>
              <a:defRPr/>
            </a:pPr>
            <a:fld id="{8D03F931-512F-4038-B27C-E7B5931F1FBE}" type="slidenum">
              <a:rPr lang="zh-CN" altLang="en-US" smtClean="0"/>
            </a:fld>
            <a:endParaRPr lang="zh-CN" altLang="en-US" dirty="0"/>
          </a:p>
        </p:txBody>
      </p:sp>
      <p:pic>
        <p:nvPicPr>
          <p:cNvPr id="38" name="Picture 2" descr="C:\Documents and Settings\Administrator\桌面\未标题-1-01.jpg"/>
          <p:cNvPicPr>
            <a:picLocks noChangeAspect="1" noChangeArrowheads="1"/>
          </p:cNvPicPr>
          <p:nvPr/>
        </p:nvPicPr>
        <p:blipFill>
          <a:blip r:embed="rId1" cstate="print"/>
          <a:srcRect/>
          <a:stretch>
            <a:fillRect/>
          </a:stretch>
        </p:blipFill>
        <p:spPr bwMode="auto">
          <a:xfrm>
            <a:off x="1524032" y="-24"/>
            <a:ext cx="9144000" cy="6858000"/>
          </a:xfrm>
          <a:prstGeom prst="rect">
            <a:avLst/>
          </a:prstGeom>
          <a:noFill/>
        </p:spPr>
      </p:pic>
      <p:sp>
        <p:nvSpPr>
          <p:cNvPr id="39" name="矩形 38"/>
          <p:cNvSpPr/>
          <p:nvPr/>
        </p:nvSpPr>
        <p:spPr>
          <a:xfrm>
            <a:off x="2166942" y="880220"/>
            <a:ext cx="1143008" cy="523220"/>
          </a:xfrm>
          <a:prstGeom prst="rect">
            <a:avLst/>
          </a:prstGeom>
        </p:spPr>
        <p:txBody>
          <a:bodyPr wrap="square">
            <a:spAutoFit/>
          </a:bodyPr>
          <a:lstStyle/>
          <a:p>
            <a:endParaRPr lang="zh-CN" altLang="en-US" sz="2800" dirty="0">
              <a:solidFill>
                <a:schemeClr val="bg1"/>
              </a:solidFill>
              <a:latin typeface="微软雅黑" panose="020B0503020204020204" pitchFamily="34" charset="-122"/>
              <a:ea typeface="微软雅黑" panose="020B0503020204020204" pitchFamily="34" charset="-122"/>
            </a:endParaRPr>
          </a:p>
          <a:p>
            <a:pPr algn="ctr">
              <a:defRPr sz="3200" b="1"/>
            </a:pPr>
            <a:r>
              <a:t>目  录</a:t>
            </a:r>
          </a:p>
          <a:p>
            <a:br/>
            <a:pPr>
              <a:defRPr sz="2400"/>
            </a:pPr>
            <a:r>
              <a:t>1. 项目概况</a:t>
            </a:r>
          </a:p>
          <a:p>
            <a:pPr>
              <a:defRPr sz="2400"/>
            </a:pPr>
            <a:r>
              <a:t>2. 必要性说明</a:t>
            </a:r>
          </a:p>
          <a:p>
            <a:pPr>
              <a:defRPr sz="2400"/>
            </a:pPr>
            <a:r>
              <a:t>3. 可行性说明</a:t>
            </a:r>
          </a:p>
          <a:p>
            <a:pPr>
              <a:defRPr sz="2400"/>
            </a:pPr>
            <a:r>
              <a:t>4. 标准章节结构及内容说明</a:t>
            </a:r>
          </a:p>
          <a:p>
            <a:pPr>
              <a:defRPr sz="2400"/>
            </a:pPr>
            <a:r>
              <a:t>5. 标准制定工作进度计划</a:t>
            </a:r>
          </a:p>
        </p:txBody>
      </p:sp>
      <p:sp>
        <p:nvSpPr>
          <p:cNvPr id="41" name="灯片编号占位符 6"/>
          <p:cNvSpPr txBox="1"/>
          <p:nvPr/>
        </p:nvSpPr>
        <p:spPr>
          <a:xfrm>
            <a:off x="8077232" y="6356327"/>
            <a:ext cx="2133600" cy="365125"/>
          </a:xfrm>
          <a:prstGeom prst="rect">
            <a:avLst/>
          </a:prstGeom>
        </p:spPr>
        <p:txBody>
          <a:bodyPr vert="horz" lIns="91440" tIns="45720" rIns="91440" bIns="45720" rtlCol="0" anchor="ctr"/>
          <a:lstStyle/>
          <a:p>
            <a:pPr algn="r" fontAlgn="auto">
              <a:spcBef>
                <a:spcPts val="0"/>
              </a:spcBef>
              <a:spcAft>
                <a:spcPts val="0"/>
              </a:spcAft>
              <a:defRPr/>
            </a:pPr>
            <a:fld id="{074C9148-5C5E-4CD2-9A6C-AF56E68DC431}" type="slidenum">
              <a:rPr lang="zh-CN" altLang="en-US" sz="1200">
                <a:solidFill>
                  <a:srgbClr val="004098"/>
                </a:solidFill>
                <a:latin typeface="微软雅黑" panose="020B0503020204020204" pitchFamily="34" charset="-122"/>
                <a:ea typeface="微软雅黑" panose="020B0503020204020204" pitchFamily="34" charset="-122"/>
              </a:rPr>
            </a:fld>
            <a:endParaRPr lang="zh-CN" altLang="en-US" sz="1200" dirty="0">
              <a:solidFill>
                <a:srgbClr val="004098"/>
              </a:solidFill>
              <a:latin typeface="微软雅黑" panose="020B0503020204020204" pitchFamily="34" charset="-122"/>
              <a:ea typeface="微软雅黑" panose="020B0503020204020204" pitchFamily="34" charset="-122"/>
            </a:endParaRPr>
          </a:p>
        </p:txBody>
      </p:sp>
      <p:grpSp>
        <p:nvGrpSpPr>
          <p:cNvPr id="42" name="组合 41"/>
          <p:cNvGrpSpPr/>
          <p:nvPr/>
        </p:nvGrpSpPr>
        <p:grpSpPr>
          <a:xfrm>
            <a:off x="2786004" y="4057574"/>
            <a:ext cx="6810458" cy="578667"/>
            <a:chOff x="1018208" y="2620020"/>
            <a:chExt cx="5217252" cy="578667"/>
          </a:xfrm>
        </p:grpSpPr>
        <p:sp>
          <p:nvSpPr>
            <p:cNvPr id="43" name="圆角矩形 42"/>
            <p:cNvSpPr/>
            <p:nvPr/>
          </p:nvSpPr>
          <p:spPr>
            <a:xfrm>
              <a:off x="1018208" y="2620020"/>
              <a:ext cx="5217252" cy="576064"/>
            </a:xfrm>
            <a:prstGeom prst="roundRect">
              <a:avLst/>
            </a:prstGeom>
            <a:gradFill flip="none" rotWithShape="1">
              <a:gsLst>
                <a:gs pos="0">
                  <a:srgbClr val="00B0F0"/>
                </a:gs>
                <a:gs pos="71000">
                  <a:srgbClr val="033F9A"/>
                </a:gs>
              </a:gsLst>
              <a:lin ang="18900000" scaled="1"/>
              <a:tileRect/>
            </a:gradFill>
            <a:ln>
              <a:noFill/>
            </a:ln>
            <a:effectLst>
              <a:outerShdw blurRad="114300" dist="50800" dir="2700000" algn="tl" rotWithShape="0">
                <a:prstClr val="black">
                  <a:alpha val="40000"/>
                </a:prstClr>
              </a:outerShdw>
            </a:effectLst>
            <a:scene3d>
              <a:camera prst="orthographicFront"/>
              <a:lightRig rig="threePt" dir="t">
                <a:rot lat="0" lon="0" rev="17400000"/>
              </a:lightRig>
            </a:scene3d>
            <a:sp3d prstMaterial="softEdge">
              <a:bevelT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p:cNvSpPr/>
            <p:nvPr/>
          </p:nvSpPr>
          <p:spPr>
            <a:xfrm>
              <a:off x="1810296" y="2620020"/>
              <a:ext cx="4206062" cy="57606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1202891" y="2675244"/>
              <a:ext cx="377243" cy="461665"/>
            </a:xfrm>
            <a:prstGeom prst="rect">
              <a:avLst/>
            </a:prstGeom>
          </p:spPr>
          <p:txBody>
            <a:bodyPr wrap="none">
              <a:spAutoFit/>
            </a:bodyPr>
            <a:lstStyle/>
            <a:p>
              <a:r>
                <a:rPr lang="zh-CN" altLang="en-US" sz="2400" dirty="0">
                  <a:solidFill>
                    <a:schemeClr val="bg1"/>
                  </a:solidFill>
                  <a:latin typeface="微软雅黑" panose="020B0503020204020204" pitchFamily="34" charset="-122"/>
                  <a:ea typeface="微软雅黑" panose="020B0503020204020204" pitchFamily="34" charset="-122"/>
                </a:rPr>
                <a:t>四</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46" name="矩形 45"/>
            <p:cNvSpPr/>
            <p:nvPr/>
          </p:nvSpPr>
          <p:spPr>
            <a:xfrm>
              <a:off x="2055313" y="2671188"/>
              <a:ext cx="2735011" cy="461665"/>
            </a:xfrm>
            <a:prstGeom prst="rect">
              <a:avLst/>
            </a:prstGeom>
          </p:spPr>
          <p:txBody>
            <a:bodyPr wrap="none">
              <a:spAutoFit/>
            </a:bodyPr>
            <a:lstStyle/>
            <a:p>
              <a:r>
                <a:rPr lang="zh-CN" altLang="en-US" sz="2400" dirty="0">
                  <a:latin typeface="微软雅黑" panose="020B0503020204020204" pitchFamily="34" charset="-122"/>
                  <a:ea typeface="微软雅黑" panose="020B0503020204020204" pitchFamily="34" charset="-122"/>
                </a:rPr>
                <a:t>标准章节结构及内容说明</a:t>
              </a:r>
              <a:endParaRPr lang="zh-CN" altLang="en-US" sz="2400" dirty="0">
                <a:latin typeface="微软雅黑" panose="020B0503020204020204" pitchFamily="34" charset="-122"/>
                <a:ea typeface="微软雅黑" panose="020B0503020204020204" pitchFamily="34" charset="-122"/>
              </a:endParaRPr>
            </a:p>
          </p:txBody>
        </p:sp>
        <p:sp>
          <p:nvSpPr>
            <p:cNvPr id="47" name="矩形 57"/>
            <p:cNvSpPr/>
            <p:nvPr/>
          </p:nvSpPr>
          <p:spPr>
            <a:xfrm>
              <a:off x="1034082" y="2622623"/>
              <a:ext cx="881520" cy="576064"/>
            </a:xfrm>
            <a:custGeom>
              <a:avLst/>
              <a:gdLst/>
              <a:ahLst/>
              <a:cxnLst/>
              <a:rect l="l" t="t" r="r" b="b"/>
              <a:pathLst>
                <a:path w="783547" h="468000">
                  <a:moveTo>
                    <a:pt x="0" y="0"/>
                  </a:moveTo>
                  <a:lnTo>
                    <a:pt x="783547" y="0"/>
                  </a:lnTo>
                  <a:lnTo>
                    <a:pt x="650750" y="44035"/>
                  </a:lnTo>
                  <a:cubicBezTo>
                    <a:pt x="370000" y="151927"/>
                    <a:pt x="144214" y="309737"/>
                    <a:pt x="24523" y="468000"/>
                  </a:cubicBezTo>
                  <a:lnTo>
                    <a:pt x="0" y="468000"/>
                  </a:lnTo>
                  <a:close/>
                </a:path>
              </a:pathLst>
            </a:custGeom>
            <a:gradFill flip="none" rotWithShape="1">
              <a:gsLst>
                <a:gs pos="0">
                  <a:schemeClr val="bg1">
                    <a:alpha val="0"/>
                  </a:schemeClr>
                </a:gs>
                <a:gs pos="81000">
                  <a:schemeClr val="bg1">
                    <a:alpha val="25000"/>
                  </a:schemeClr>
                </a:gs>
              </a:gsLst>
              <a:lin ang="15000000" scaled="0"/>
              <a:tileRect/>
            </a:gradFill>
            <a:ln>
              <a:noFill/>
            </a:ln>
            <a:scene3d>
              <a:camera prst="orthographicFront"/>
              <a:lightRig rig="threePt" dir="t"/>
            </a:scene3d>
            <a:sp3d prstMaterial="softEdg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4" name="组合 53"/>
          <p:cNvGrpSpPr/>
          <p:nvPr/>
        </p:nvGrpSpPr>
        <p:grpSpPr>
          <a:xfrm>
            <a:off x="2783719" y="3184184"/>
            <a:ext cx="6805652" cy="578667"/>
            <a:chOff x="1018208" y="2620020"/>
            <a:chExt cx="5213570" cy="578667"/>
          </a:xfrm>
        </p:grpSpPr>
        <p:sp>
          <p:nvSpPr>
            <p:cNvPr id="55" name="圆角矩形 54"/>
            <p:cNvSpPr/>
            <p:nvPr/>
          </p:nvSpPr>
          <p:spPr>
            <a:xfrm>
              <a:off x="1018208" y="2620020"/>
              <a:ext cx="5213570" cy="576064"/>
            </a:xfrm>
            <a:prstGeom prst="roundRect">
              <a:avLst/>
            </a:prstGeom>
            <a:gradFill flip="none" rotWithShape="1">
              <a:gsLst>
                <a:gs pos="0">
                  <a:srgbClr val="00B0F0"/>
                </a:gs>
                <a:gs pos="71000">
                  <a:srgbClr val="033F9A"/>
                </a:gs>
              </a:gsLst>
              <a:lin ang="18900000" scaled="1"/>
              <a:tileRect/>
            </a:gradFill>
            <a:ln>
              <a:noFill/>
            </a:ln>
            <a:effectLst>
              <a:outerShdw blurRad="114300" dist="50800" dir="2700000" algn="tl" rotWithShape="0">
                <a:prstClr val="black">
                  <a:alpha val="40000"/>
                </a:prstClr>
              </a:outerShdw>
            </a:effectLst>
            <a:scene3d>
              <a:camera prst="orthographicFront"/>
              <a:lightRig rig="threePt" dir="t">
                <a:rot lat="0" lon="0" rev="17400000"/>
              </a:lightRig>
            </a:scene3d>
            <a:sp3d prstMaterial="softEdge">
              <a:bevelT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p:cNvSpPr/>
            <p:nvPr/>
          </p:nvSpPr>
          <p:spPr>
            <a:xfrm>
              <a:off x="1810297" y="2620020"/>
              <a:ext cx="4202379" cy="57606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56"/>
            <p:cNvSpPr/>
            <p:nvPr/>
          </p:nvSpPr>
          <p:spPr>
            <a:xfrm>
              <a:off x="1202892" y="2675244"/>
              <a:ext cx="377243" cy="461665"/>
            </a:xfrm>
            <a:prstGeom prst="rect">
              <a:avLst/>
            </a:prstGeom>
          </p:spPr>
          <p:txBody>
            <a:bodyPr wrap="none">
              <a:spAutoFit/>
            </a:bodyPr>
            <a:lstStyle/>
            <a:p>
              <a:r>
                <a:rPr lang="zh-CN" altLang="en-US" sz="2400" dirty="0">
                  <a:solidFill>
                    <a:schemeClr val="bg1"/>
                  </a:solidFill>
                  <a:latin typeface="微软雅黑" panose="020B0503020204020204" pitchFamily="34" charset="-122"/>
                  <a:ea typeface="微软雅黑" panose="020B0503020204020204" pitchFamily="34" charset="-122"/>
                </a:rPr>
                <a:t>三</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58" name="矩形 57"/>
            <p:cNvSpPr/>
            <p:nvPr/>
          </p:nvSpPr>
          <p:spPr>
            <a:xfrm>
              <a:off x="2055313" y="2671188"/>
              <a:ext cx="1320350" cy="461665"/>
            </a:xfrm>
            <a:prstGeom prst="rect">
              <a:avLst/>
            </a:prstGeom>
          </p:spPr>
          <p:txBody>
            <a:bodyPr wrap="none">
              <a:spAutoFit/>
            </a:bodyPr>
            <a:lstStyle/>
            <a:p>
              <a:r>
                <a:rPr lang="zh-CN" altLang="en-US" sz="2400" dirty="0">
                  <a:latin typeface="微软雅黑" panose="020B0503020204020204" pitchFamily="34" charset="-122"/>
                  <a:ea typeface="微软雅黑" panose="020B0503020204020204" pitchFamily="34" charset="-122"/>
                </a:rPr>
                <a:t>可行性说明</a:t>
              </a:r>
              <a:endParaRPr lang="zh-CN" altLang="en-US" sz="2400" dirty="0">
                <a:latin typeface="微软雅黑" panose="020B0503020204020204" pitchFamily="34" charset="-122"/>
                <a:ea typeface="微软雅黑" panose="020B0503020204020204" pitchFamily="34" charset="-122"/>
              </a:endParaRPr>
            </a:p>
          </p:txBody>
        </p:sp>
        <p:sp>
          <p:nvSpPr>
            <p:cNvPr id="59" name="矩形 57"/>
            <p:cNvSpPr/>
            <p:nvPr/>
          </p:nvSpPr>
          <p:spPr>
            <a:xfrm>
              <a:off x="1034082" y="2622623"/>
              <a:ext cx="881520" cy="576064"/>
            </a:xfrm>
            <a:custGeom>
              <a:avLst/>
              <a:gdLst/>
              <a:ahLst/>
              <a:cxnLst/>
              <a:rect l="l" t="t" r="r" b="b"/>
              <a:pathLst>
                <a:path w="783547" h="468000">
                  <a:moveTo>
                    <a:pt x="0" y="0"/>
                  </a:moveTo>
                  <a:lnTo>
                    <a:pt x="783547" y="0"/>
                  </a:lnTo>
                  <a:lnTo>
                    <a:pt x="650750" y="44035"/>
                  </a:lnTo>
                  <a:cubicBezTo>
                    <a:pt x="370000" y="151927"/>
                    <a:pt x="144214" y="309737"/>
                    <a:pt x="24523" y="468000"/>
                  </a:cubicBezTo>
                  <a:lnTo>
                    <a:pt x="0" y="468000"/>
                  </a:lnTo>
                  <a:close/>
                </a:path>
              </a:pathLst>
            </a:custGeom>
            <a:gradFill flip="none" rotWithShape="1">
              <a:gsLst>
                <a:gs pos="0">
                  <a:schemeClr val="bg1">
                    <a:alpha val="0"/>
                  </a:schemeClr>
                </a:gs>
                <a:gs pos="81000">
                  <a:schemeClr val="bg1">
                    <a:alpha val="25000"/>
                  </a:schemeClr>
                </a:gs>
              </a:gsLst>
              <a:lin ang="15000000" scaled="0"/>
              <a:tileRect/>
            </a:gradFill>
            <a:ln>
              <a:noFill/>
            </a:ln>
            <a:scene3d>
              <a:camera prst="orthographicFront"/>
              <a:lightRig rig="threePt" dir="t"/>
            </a:scene3d>
            <a:sp3d prstMaterial="softEdg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0" name="组合 59"/>
          <p:cNvGrpSpPr/>
          <p:nvPr/>
        </p:nvGrpSpPr>
        <p:grpSpPr>
          <a:xfrm>
            <a:off x="2786004" y="4993554"/>
            <a:ext cx="6805652" cy="578667"/>
            <a:chOff x="1018208" y="2620020"/>
            <a:chExt cx="5213570" cy="578667"/>
          </a:xfrm>
        </p:grpSpPr>
        <p:sp>
          <p:nvSpPr>
            <p:cNvPr id="61" name="圆角矩形 60"/>
            <p:cNvSpPr/>
            <p:nvPr/>
          </p:nvSpPr>
          <p:spPr>
            <a:xfrm>
              <a:off x="1018208" y="2620020"/>
              <a:ext cx="5213570" cy="576064"/>
            </a:xfrm>
            <a:prstGeom prst="roundRect">
              <a:avLst/>
            </a:prstGeom>
            <a:gradFill flip="none" rotWithShape="1">
              <a:gsLst>
                <a:gs pos="0">
                  <a:srgbClr val="00B0F0"/>
                </a:gs>
                <a:gs pos="71000">
                  <a:srgbClr val="033F9A"/>
                </a:gs>
              </a:gsLst>
              <a:lin ang="18900000" scaled="1"/>
              <a:tileRect/>
            </a:gradFill>
            <a:ln>
              <a:noFill/>
            </a:ln>
            <a:effectLst>
              <a:outerShdw blurRad="114300" dist="50800" dir="2700000" algn="tl" rotWithShape="0">
                <a:prstClr val="black">
                  <a:alpha val="40000"/>
                </a:prstClr>
              </a:outerShdw>
            </a:effectLst>
            <a:scene3d>
              <a:camera prst="orthographicFront"/>
              <a:lightRig rig="threePt" dir="t">
                <a:rot lat="0" lon="0" rev="17400000"/>
              </a:lightRig>
            </a:scene3d>
            <a:sp3d prstMaterial="softEdge">
              <a:bevelT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1810297" y="2620020"/>
              <a:ext cx="4202379" cy="57606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矩形 62"/>
            <p:cNvSpPr/>
            <p:nvPr/>
          </p:nvSpPr>
          <p:spPr>
            <a:xfrm>
              <a:off x="1202891" y="2675244"/>
              <a:ext cx="377243" cy="461665"/>
            </a:xfrm>
            <a:prstGeom prst="rect">
              <a:avLst/>
            </a:prstGeom>
          </p:spPr>
          <p:txBody>
            <a:bodyPr wrap="none">
              <a:spAutoFit/>
            </a:bodyPr>
            <a:lstStyle/>
            <a:p>
              <a:r>
                <a:rPr lang="zh-CN" altLang="en-US" sz="2400" dirty="0">
                  <a:solidFill>
                    <a:schemeClr val="bg1"/>
                  </a:solidFill>
                  <a:latin typeface="微软雅黑" panose="020B0503020204020204" pitchFamily="34" charset="-122"/>
                  <a:ea typeface="微软雅黑" panose="020B0503020204020204" pitchFamily="34" charset="-122"/>
                </a:rPr>
                <a:t>五</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64" name="矩形 63"/>
            <p:cNvSpPr/>
            <p:nvPr/>
          </p:nvSpPr>
          <p:spPr>
            <a:xfrm>
              <a:off x="2055313" y="2671188"/>
              <a:ext cx="2499234" cy="461665"/>
            </a:xfrm>
            <a:prstGeom prst="rect">
              <a:avLst/>
            </a:prstGeom>
          </p:spPr>
          <p:txBody>
            <a:bodyPr wrap="none">
              <a:spAutoFit/>
            </a:bodyPr>
            <a:lstStyle/>
            <a:p>
              <a:r>
                <a:rPr lang="zh-CN" altLang="en-US" sz="2400" dirty="0">
                  <a:latin typeface="微软雅黑" panose="020B0503020204020204" pitchFamily="34" charset="-122"/>
                  <a:ea typeface="微软雅黑" panose="020B0503020204020204" pitchFamily="34" charset="-122"/>
                </a:rPr>
                <a:t>标准制定工作进度计划</a:t>
              </a:r>
              <a:endParaRPr lang="zh-CN" altLang="en-US" sz="2400" dirty="0">
                <a:latin typeface="微软雅黑" panose="020B0503020204020204" pitchFamily="34" charset="-122"/>
                <a:ea typeface="微软雅黑" panose="020B0503020204020204" pitchFamily="34" charset="-122"/>
              </a:endParaRPr>
            </a:p>
          </p:txBody>
        </p:sp>
        <p:sp>
          <p:nvSpPr>
            <p:cNvPr id="65" name="矩形 57"/>
            <p:cNvSpPr/>
            <p:nvPr/>
          </p:nvSpPr>
          <p:spPr>
            <a:xfrm>
              <a:off x="1034082" y="2622623"/>
              <a:ext cx="881520" cy="576064"/>
            </a:xfrm>
            <a:custGeom>
              <a:avLst/>
              <a:gdLst/>
              <a:ahLst/>
              <a:cxnLst/>
              <a:rect l="l" t="t" r="r" b="b"/>
              <a:pathLst>
                <a:path w="783547" h="468000">
                  <a:moveTo>
                    <a:pt x="0" y="0"/>
                  </a:moveTo>
                  <a:lnTo>
                    <a:pt x="783547" y="0"/>
                  </a:lnTo>
                  <a:lnTo>
                    <a:pt x="650750" y="44035"/>
                  </a:lnTo>
                  <a:cubicBezTo>
                    <a:pt x="370000" y="151927"/>
                    <a:pt x="144214" y="309737"/>
                    <a:pt x="24523" y="468000"/>
                  </a:cubicBezTo>
                  <a:lnTo>
                    <a:pt x="0" y="468000"/>
                  </a:lnTo>
                  <a:close/>
                </a:path>
              </a:pathLst>
            </a:custGeom>
            <a:gradFill flip="none" rotWithShape="1">
              <a:gsLst>
                <a:gs pos="0">
                  <a:schemeClr val="bg1">
                    <a:alpha val="0"/>
                  </a:schemeClr>
                </a:gs>
                <a:gs pos="81000">
                  <a:schemeClr val="bg1">
                    <a:alpha val="25000"/>
                  </a:schemeClr>
                </a:gs>
              </a:gsLst>
              <a:lin ang="15000000" scaled="0"/>
              <a:tileRect/>
            </a:gradFill>
            <a:ln>
              <a:noFill/>
            </a:ln>
            <a:scene3d>
              <a:camera prst="orthographicFront"/>
              <a:lightRig rig="threePt" dir="t"/>
            </a:scene3d>
            <a:sp3d prstMaterial="softEdg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7" name="组合 36"/>
          <p:cNvGrpSpPr/>
          <p:nvPr/>
        </p:nvGrpSpPr>
        <p:grpSpPr>
          <a:xfrm>
            <a:off x="2783719" y="2310152"/>
            <a:ext cx="6805652" cy="578667"/>
            <a:chOff x="1018208" y="2620020"/>
            <a:chExt cx="5213570" cy="578667"/>
          </a:xfrm>
        </p:grpSpPr>
        <p:sp>
          <p:nvSpPr>
            <p:cNvPr id="40" name="圆角矩形 39"/>
            <p:cNvSpPr/>
            <p:nvPr/>
          </p:nvSpPr>
          <p:spPr>
            <a:xfrm>
              <a:off x="1018208" y="2620020"/>
              <a:ext cx="5213570" cy="576064"/>
            </a:xfrm>
            <a:prstGeom prst="roundRect">
              <a:avLst/>
            </a:prstGeom>
            <a:gradFill flip="none" rotWithShape="1">
              <a:gsLst>
                <a:gs pos="0">
                  <a:srgbClr val="00B0F0"/>
                </a:gs>
                <a:gs pos="71000">
                  <a:srgbClr val="033F9A"/>
                </a:gs>
              </a:gsLst>
              <a:lin ang="18900000" scaled="1"/>
              <a:tileRect/>
            </a:gradFill>
            <a:ln>
              <a:noFill/>
            </a:ln>
            <a:effectLst>
              <a:outerShdw blurRad="114300" dist="50800" dir="2700000" algn="tl" rotWithShape="0">
                <a:prstClr val="black">
                  <a:alpha val="40000"/>
                </a:prstClr>
              </a:outerShdw>
            </a:effectLst>
            <a:scene3d>
              <a:camera prst="orthographicFront"/>
              <a:lightRig rig="threePt" dir="t">
                <a:rot lat="0" lon="0" rev="17400000"/>
              </a:lightRig>
            </a:scene3d>
            <a:sp3d prstMaterial="softEdge">
              <a:bevelT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矩形 71"/>
            <p:cNvSpPr/>
            <p:nvPr/>
          </p:nvSpPr>
          <p:spPr>
            <a:xfrm>
              <a:off x="1810297" y="2620020"/>
              <a:ext cx="4202379" cy="57606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矩形 72"/>
            <p:cNvSpPr/>
            <p:nvPr/>
          </p:nvSpPr>
          <p:spPr>
            <a:xfrm>
              <a:off x="1202892" y="2675244"/>
              <a:ext cx="377243" cy="461665"/>
            </a:xfrm>
            <a:prstGeom prst="rect">
              <a:avLst/>
            </a:prstGeom>
          </p:spPr>
          <p:txBody>
            <a:bodyPr wrap="none">
              <a:spAutoFit/>
            </a:bodyPr>
            <a:lstStyle/>
            <a:p>
              <a:r>
                <a:rPr lang="zh-CN" altLang="en-US" sz="2400" dirty="0">
                  <a:solidFill>
                    <a:schemeClr val="bg1"/>
                  </a:solidFill>
                  <a:latin typeface="微软雅黑" panose="020B0503020204020204" pitchFamily="34" charset="-122"/>
                  <a:ea typeface="微软雅黑" panose="020B0503020204020204" pitchFamily="34" charset="-122"/>
                </a:rPr>
                <a:t>二</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74" name="矩形 73"/>
            <p:cNvSpPr/>
            <p:nvPr/>
          </p:nvSpPr>
          <p:spPr>
            <a:xfrm>
              <a:off x="2055313" y="2671188"/>
              <a:ext cx="1320350" cy="461665"/>
            </a:xfrm>
            <a:prstGeom prst="rect">
              <a:avLst/>
            </a:prstGeom>
          </p:spPr>
          <p:txBody>
            <a:bodyPr wrap="none">
              <a:spAutoFit/>
            </a:bodyPr>
            <a:lstStyle/>
            <a:p>
              <a:r>
                <a:rPr lang="zh-CN" altLang="en-US" sz="2400" dirty="0">
                  <a:latin typeface="微软雅黑" panose="020B0503020204020204" pitchFamily="34" charset="-122"/>
                  <a:ea typeface="微软雅黑" panose="020B0503020204020204" pitchFamily="34" charset="-122"/>
                </a:rPr>
                <a:t>必要性说明</a:t>
              </a:r>
              <a:endParaRPr lang="zh-CN" altLang="en-US" sz="2400" dirty="0">
                <a:latin typeface="微软雅黑" panose="020B0503020204020204" pitchFamily="34" charset="-122"/>
                <a:ea typeface="微软雅黑" panose="020B0503020204020204" pitchFamily="34" charset="-122"/>
              </a:endParaRPr>
            </a:p>
          </p:txBody>
        </p:sp>
        <p:sp>
          <p:nvSpPr>
            <p:cNvPr id="75" name="矩形 57"/>
            <p:cNvSpPr/>
            <p:nvPr/>
          </p:nvSpPr>
          <p:spPr>
            <a:xfrm>
              <a:off x="1034082" y="2622623"/>
              <a:ext cx="881520" cy="576064"/>
            </a:xfrm>
            <a:custGeom>
              <a:avLst/>
              <a:gdLst/>
              <a:ahLst/>
              <a:cxnLst/>
              <a:rect l="l" t="t" r="r" b="b"/>
              <a:pathLst>
                <a:path w="783547" h="468000">
                  <a:moveTo>
                    <a:pt x="0" y="0"/>
                  </a:moveTo>
                  <a:lnTo>
                    <a:pt x="783547" y="0"/>
                  </a:lnTo>
                  <a:lnTo>
                    <a:pt x="650750" y="44035"/>
                  </a:lnTo>
                  <a:cubicBezTo>
                    <a:pt x="370000" y="151927"/>
                    <a:pt x="144214" y="309737"/>
                    <a:pt x="24523" y="468000"/>
                  </a:cubicBezTo>
                  <a:lnTo>
                    <a:pt x="0" y="468000"/>
                  </a:lnTo>
                  <a:close/>
                </a:path>
              </a:pathLst>
            </a:custGeom>
            <a:gradFill flip="none" rotWithShape="1">
              <a:gsLst>
                <a:gs pos="0">
                  <a:schemeClr val="bg1">
                    <a:alpha val="0"/>
                  </a:schemeClr>
                </a:gs>
                <a:gs pos="81000">
                  <a:schemeClr val="bg1">
                    <a:alpha val="25000"/>
                  </a:schemeClr>
                </a:gs>
              </a:gsLst>
              <a:lin ang="15000000" scaled="0"/>
              <a:tileRect/>
            </a:gradFill>
            <a:ln>
              <a:noFill/>
            </a:ln>
            <a:scene3d>
              <a:camera prst="orthographicFront"/>
              <a:lightRig rig="threePt" dir="t"/>
            </a:scene3d>
            <a:sp3d prstMaterial="softEdg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6" name="组合 75"/>
          <p:cNvGrpSpPr/>
          <p:nvPr/>
        </p:nvGrpSpPr>
        <p:grpSpPr>
          <a:xfrm>
            <a:off x="2774188" y="1484785"/>
            <a:ext cx="6805652" cy="578667"/>
            <a:chOff x="1018208" y="2620020"/>
            <a:chExt cx="5213570" cy="578667"/>
          </a:xfrm>
        </p:grpSpPr>
        <p:sp>
          <p:nvSpPr>
            <p:cNvPr id="77" name="圆角矩形 76"/>
            <p:cNvSpPr/>
            <p:nvPr/>
          </p:nvSpPr>
          <p:spPr>
            <a:xfrm>
              <a:off x="1018208" y="2620020"/>
              <a:ext cx="5213570" cy="576064"/>
            </a:xfrm>
            <a:prstGeom prst="roundRect">
              <a:avLst/>
            </a:prstGeom>
            <a:gradFill flip="none" rotWithShape="1">
              <a:gsLst>
                <a:gs pos="0">
                  <a:srgbClr val="00B0F0"/>
                </a:gs>
                <a:gs pos="71000">
                  <a:srgbClr val="033F9A"/>
                </a:gs>
              </a:gsLst>
              <a:lin ang="18900000" scaled="1"/>
              <a:tileRect/>
            </a:gradFill>
            <a:ln>
              <a:noFill/>
            </a:ln>
            <a:effectLst>
              <a:outerShdw blurRad="114300" dist="50800" dir="2700000" algn="tl" rotWithShape="0">
                <a:prstClr val="black">
                  <a:alpha val="40000"/>
                </a:prstClr>
              </a:outerShdw>
            </a:effectLst>
            <a:scene3d>
              <a:camera prst="orthographicFront"/>
              <a:lightRig rig="threePt" dir="t">
                <a:rot lat="0" lon="0" rev="17400000"/>
              </a:lightRig>
            </a:scene3d>
            <a:sp3d prstMaterial="softEdge">
              <a:bevelT h="190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矩形 77"/>
            <p:cNvSpPr/>
            <p:nvPr/>
          </p:nvSpPr>
          <p:spPr>
            <a:xfrm>
              <a:off x="1810297" y="2620020"/>
              <a:ext cx="4202379" cy="57606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矩形 78"/>
            <p:cNvSpPr/>
            <p:nvPr/>
          </p:nvSpPr>
          <p:spPr>
            <a:xfrm>
              <a:off x="1202892" y="2675244"/>
              <a:ext cx="377243" cy="461665"/>
            </a:xfrm>
            <a:prstGeom prst="rect">
              <a:avLst/>
            </a:prstGeom>
          </p:spPr>
          <p:txBody>
            <a:bodyPr wrap="none">
              <a:spAutoFit/>
            </a:bodyPr>
            <a:lstStyle/>
            <a:p>
              <a:r>
                <a:rPr lang="zh-CN" altLang="en-US" sz="2400" dirty="0">
                  <a:solidFill>
                    <a:schemeClr val="bg1"/>
                  </a:solidFill>
                  <a:latin typeface="微软雅黑" panose="020B0503020204020204" pitchFamily="34" charset="-122"/>
                  <a:ea typeface="微软雅黑" panose="020B0503020204020204" pitchFamily="34" charset="-122"/>
                </a:rPr>
                <a:t>一</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80" name="矩形 79"/>
            <p:cNvSpPr/>
            <p:nvPr/>
          </p:nvSpPr>
          <p:spPr>
            <a:xfrm>
              <a:off x="2055313" y="2671188"/>
              <a:ext cx="1084573" cy="461665"/>
            </a:xfrm>
            <a:prstGeom prst="rect">
              <a:avLst/>
            </a:prstGeom>
          </p:spPr>
          <p:txBody>
            <a:bodyPr wrap="none">
              <a:spAutoFit/>
            </a:bodyPr>
            <a:lstStyle/>
            <a:p>
              <a:r>
                <a:rPr lang="zh-CN" altLang="en-US" sz="2400" dirty="0">
                  <a:latin typeface="微软雅黑" panose="020B0503020204020204" pitchFamily="34" charset="-122"/>
                  <a:ea typeface="微软雅黑" panose="020B0503020204020204" pitchFamily="34" charset="-122"/>
                </a:rPr>
                <a:t>项目概况</a:t>
              </a:r>
              <a:endParaRPr lang="zh-CN" altLang="en-US" sz="2400" dirty="0">
                <a:latin typeface="微软雅黑" panose="020B0503020204020204" pitchFamily="34" charset="-122"/>
                <a:ea typeface="微软雅黑" panose="020B0503020204020204" pitchFamily="34" charset="-122"/>
              </a:endParaRPr>
            </a:p>
          </p:txBody>
        </p:sp>
        <p:sp>
          <p:nvSpPr>
            <p:cNvPr id="81" name="矩形 57"/>
            <p:cNvSpPr/>
            <p:nvPr/>
          </p:nvSpPr>
          <p:spPr>
            <a:xfrm>
              <a:off x="1034082" y="2622623"/>
              <a:ext cx="881520" cy="576064"/>
            </a:xfrm>
            <a:custGeom>
              <a:avLst/>
              <a:gdLst/>
              <a:ahLst/>
              <a:cxnLst/>
              <a:rect l="l" t="t" r="r" b="b"/>
              <a:pathLst>
                <a:path w="783547" h="468000">
                  <a:moveTo>
                    <a:pt x="0" y="0"/>
                  </a:moveTo>
                  <a:lnTo>
                    <a:pt x="783547" y="0"/>
                  </a:lnTo>
                  <a:lnTo>
                    <a:pt x="650750" y="44035"/>
                  </a:lnTo>
                  <a:cubicBezTo>
                    <a:pt x="370000" y="151927"/>
                    <a:pt x="144214" y="309737"/>
                    <a:pt x="24523" y="468000"/>
                  </a:cubicBezTo>
                  <a:lnTo>
                    <a:pt x="0" y="468000"/>
                  </a:lnTo>
                  <a:close/>
                </a:path>
              </a:pathLst>
            </a:custGeom>
            <a:gradFill flip="none" rotWithShape="1">
              <a:gsLst>
                <a:gs pos="0">
                  <a:schemeClr val="bg1">
                    <a:alpha val="0"/>
                  </a:schemeClr>
                </a:gs>
                <a:gs pos="81000">
                  <a:schemeClr val="bg1">
                    <a:alpha val="25000"/>
                  </a:schemeClr>
                </a:gs>
              </a:gsLst>
              <a:lin ang="15000000" scaled="0"/>
              <a:tileRect/>
            </a:gradFill>
            <a:ln>
              <a:noFill/>
            </a:ln>
            <a:scene3d>
              <a:camera prst="orthographicFront"/>
              <a:lightRig rig="threePt" dir="t"/>
            </a:scene3d>
            <a:sp3d prstMaterial="softEdge"/>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2238375" y="857250"/>
            <a:ext cx="7972425" cy="5792470"/>
          </a:xfrm>
        </p:spPr>
        <p:txBody>
          <a:bodyPr>
            <a:normAutofit fontScale="75000"/>
          </a:bodyPr>
          <a:lstStyle/>
          <a:p>
            <a:pPr marL="0" indent="0">
              <a:lnSpc>
                <a:spcPct val="150000"/>
              </a:lnSpc>
              <a:buNone/>
            </a:pPr>
            <a:r>
              <a:rPr lang="zh-CN" altLang="en-US" sz="2000" b="1" dirty="0">
                <a:latin typeface="微软雅黑" panose="020B0503020204020204" pitchFamily="34" charset="-122"/>
                <a:ea typeface="微软雅黑" panose="020B0503020204020204" pitchFamily="34" charset="-122"/>
                <a:sym typeface="+mn-ea"/>
              </a:rPr>
              <a:t>标准负责人：</a:t>
            </a:r>
            <a:endParaRPr lang="en-US" altLang="zh-CN" sz="2000" b="1"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Char char="•"/>
            </a:pPr>
            <a:r>
              <a:rPr lang="en-US" altLang="zh-CN" sz="2000" dirty="0">
                <a:latin typeface="微软雅黑" panose="020B0503020204020204" pitchFamily="34" charset="-122"/>
                <a:ea typeface="微软雅黑" panose="020B0503020204020204" pitchFamily="34" charset="-122"/>
                <a:sym typeface="+mn-ea"/>
              </a:rPr>
              <a:t> </a:t>
            </a:r>
            <a:endParaRPr lang="en-US" altLang="zh-CN" sz="2000" dirty="0"/>
          </a:p>
          <a:p>
            <a:pPr>
              <a:lnSpc>
                <a:spcPct val="150000"/>
              </a:lnSpc>
              <a:buNone/>
            </a:pPr>
            <a:r>
              <a:rPr lang="zh-CN" altLang="en-US" sz="2000" b="1" dirty="0">
                <a:latin typeface="微软雅黑" panose="020B0503020204020204" pitchFamily="34" charset="-122"/>
                <a:ea typeface="微软雅黑" panose="020B0503020204020204" pitchFamily="34" charset="-122"/>
              </a:rPr>
              <a:t>标准范围：</a:t>
            </a:r>
            <a:endParaRPr lang="en-US" altLang="zh-CN" sz="2000" b="1"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本标准将对</a:t>
            </a:r>
            <a:r>
              <a:rPr lang="en-US" altLang="zh-CN" sz="2000" dirty="0">
                <a:solidFill>
                  <a:srgbClr val="00B050"/>
                </a:solidFill>
                <a:latin typeface="微软雅黑" panose="020B0503020204020204" pitchFamily="34" charset="-122"/>
                <a:ea typeface="微软雅黑" panose="020B0503020204020204" pitchFamily="34" charset="-122"/>
              </a:rPr>
              <a:t>XXXXX</a:t>
            </a:r>
            <a:r>
              <a:rPr lang="zh-CN" altLang="en-US" sz="2000" dirty="0">
                <a:latin typeface="微软雅黑" panose="020B0503020204020204" pitchFamily="34" charset="-122"/>
                <a:ea typeface="微软雅黑" panose="020B0503020204020204" pitchFamily="34" charset="-122"/>
              </a:rPr>
              <a:t>的</a:t>
            </a:r>
            <a:r>
              <a:rPr lang="en-US" altLang="zh-CN" sz="2000" dirty="0">
                <a:solidFill>
                  <a:srgbClr val="C00000"/>
                </a:solidFill>
                <a:latin typeface="微软雅黑" panose="020B0503020204020204" pitchFamily="34" charset="-122"/>
                <a:ea typeface="微软雅黑" panose="020B0503020204020204" pitchFamily="34" charset="-122"/>
              </a:rPr>
              <a:t>XX</a:t>
            </a:r>
            <a:r>
              <a:rPr lang="zh-CN" altLang="en-US" sz="2000" dirty="0">
                <a:solidFill>
                  <a:srgbClr val="C00000"/>
                </a:solidFill>
                <a:latin typeface="微软雅黑" panose="020B0503020204020204" pitchFamily="34" charset="-122"/>
                <a:ea typeface="微软雅黑" panose="020B0503020204020204" pitchFamily="34" charset="-122"/>
              </a:rPr>
              <a:t>、</a:t>
            </a:r>
            <a:r>
              <a:rPr lang="en-US" altLang="zh-CN" sz="2000" dirty="0">
                <a:solidFill>
                  <a:srgbClr val="C00000"/>
                </a:solidFill>
                <a:latin typeface="微软雅黑" panose="020B0503020204020204" pitchFamily="34" charset="-122"/>
                <a:ea typeface="微软雅黑" panose="020B0503020204020204" pitchFamily="34" charset="-122"/>
              </a:rPr>
              <a:t>XX</a:t>
            </a:r>
            <a:r>
              <a:rPr lang="zh-CN" altLang="en-US" sz="2000" dirty="0">
                <a:solidFill>
                  <a:srgbClr val="C00000"/>
                </a:solidFill>
                <a:latin typeface="微软雅黑" panose="020B0503020204020204" pitchFamily="34" charset="-122"/>
                <a:ea typeface="微软雅黑" panose="020B0503020204020204" pitchFamily="34" charset="-122"/>
              </a:rPr>
              <a:t>、</a:t>
            </a:r>
            <a:r>
              <a:rPr lang="en-US" altLang="zh-CN" sz="2000" dirty="0">
                <a:solidFill>
                  <a:srgbClr val="C00000"/>
                </a:solidFill>
                <a:latin typeface="微软雅黑" panose="020B0503020204020204" pitchFamily="34" charset="-122"/>
                <a:ea typeface="微软雅黑" panose="020B0503020204020204" pitchFamily="34" charset="-122"/>
              </a:rPr>
              <a:t>XX</a:t>
            </a:r>
            <a:r>
              <a:rPr lang="zh-CN" altLang="en-US" sz="2000" dirty="0">
                <a:solidFill>
                  <a:srgbClr val="C00000"/>
                </a:solidFill>
                <a:latin typeface="微软雅黑" panose="020B0503020204020204" pitchFamily="34" charset="-122"/>
                <a:ea typeface="微软雅黑" panose="020B0503020204020204" pitchFamily="34" charset="-122"/>
              </a:rPr>
              <a:t>、</a:t>
            </a:r>
            <a:r>
              <a:rPr lang="en-US" altLang="zh-CN" sz="2000" dirty="0">
                <a:solidFill>
                  <a:srgbClr val="C00000"/>
                </a:solidFill>
                <a:latin typeface="微软雅黑" panose="020B0503020204020204" pitchFamily="34" charset="-122"/>
                <a:ea typeface="微软雅黑" panose="020B0503020204020204" pitchFamily="34" charset="-122"/>
              </a:rPr>
              <a:t>XX</a:t>
            </a:r>
            <a:r>
              <a:rPr lang="zh-CN" altLang="en-US" sz="2000" dirty="0">
                <a:latin typeface="微软雅黑" panose="020B0503020204020204" pitchFamily="34" charset="-122"/>
                <a:ea typeface="微软雅黑" panose="020B0503020204020204" pitchFamily="34" charset="-122"/>
              </a:rPr>
              <a:t>方面要求作出规定。</a:t>
            </a:r>
            <a:endParaRPr lang="en-US" altLang="zh-CN" sz="20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本标准适用于</a:t>
            </a:r>
            <a:r>
              <a:rPr lang="en-US" altLang="zh-CN" sz="2000" dirty="0">
                <a:solidFill>
                  <a:srgbClr val="7030A0"/>
                </a:solidFill>
                <a:latin typeface="微软雅黑" panose="020B0503020204020204" pitchFamily="34" charset="-122"/>
                <a:ea typeface="微软雅黑" panose="020B0503020204020204" pitchFamily="34" charset="-122"/>
              </a:rPr>
              <a:t>XXXXX</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0" indent="0">
              <a:lnSpc>
                <a:spcPct val="150000"/>
              </a:lnSpc>
              <a:buNone/>
            </a:pPr>
            <a:r>
              <a:rPr lang="zh-CN" altLang="en-US" sz="2000" b="1" dirty="0">
                <a:latin typeface="微软雅黑" panose="020B0503020204020204" pitchFamily="34" charset="-122"/>
                <a:ea typeface="微软雅黑" panose="020B0503020204020204" pitchFamily="34" charset="-122"/>
              </a:rPr>
              <a:t>预计起草单位：</a:t>
            </a:r>
            <a:endParaRPr lang="en-US" altLang="zh-CN" sz="2000" b="1"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本标准起草单位：</a:t>
            </a:r>
            <a:r>
              <a:rPr lang="zh-CN" altLang="en-US" sz="2000" i="1" dirty="0">
                <a:solidFill>
                  <a:srgbClr val="FF0000"/>
                </a:solidFill>
                <a:latin typeface="微软雅黑" panose="020B0503020204020204" pitchFamily="34" charset="-122"/>
                <a:ea typeface="微软雅黑" panose="020B0503020204020204" pitchFamily="34" charset="-122"/>
              </a:rPr>
              <a:t>（必须三家或三家以上）</a:t>
            </a:r>
            <a:endParaRPr lang="en-US" altLang="zh-CN" sz="2000" i="1" dirty="0">
              <a:solidFill>
                <a:srgbClr val="FF0000"/>
              </a:solidFill>
              <a:latin typeface="微软雅黑" panose="020B0503020204020204" pitchFamily="34" charset="-122"/>
              <a:ea typeface="微软雅黑" panose="020B0503020204020204" pitchFamily="34" charset="-122"/>
            </a:endParaRPr>
          </a:p>
          <a:p>
            <a:pPr marL="0" indent="0">
              <a:lnSpc>
                <a:spcPct val="150000"/>
              </a:lnSpc>
              <a:buNone/>
            </a:pPr>
            <a:r>
              <a:rPr lang="zh-CN" altLang="en-US" sz="2000" b="1" dirty="0">
                <a:latin typeface="微软雅黑" panose="020B0503020204020204" pitchFamily="34" charset="-122"/>
                <a:ea typeface="微软雅黑" panose="020B0503020204020204" pitchFamily="34" charset="-122"/>
              </a:rPr>
              <a:t>起草周期：</a:t>
            </a:r>
            <a:endParaRPr lang="en-US" altLang="zh-CN" sz="2000" b="1" dirty="0">
              <a:latin typeface="微软雅黑" panose="020B0503020204020204" pitchFamily="34" charset="-122"/>
              <a:ea typeface="微软雅黑" panose="020B0503020204020204" pitchFamily="34" charset="-122"/>
            </a:endParaRPr>
          </a:p>
          <a:p>
            <a:pPr>
              <a:lnSpc>
                <a:spcPct val="150000"/>
              </a:lnSpc>
            </a:pPr>
            <a:r>
              <a:rPr lang="zh-CN" altLang="zh-CN" sz="2000" dirty="0"/>
              <a:t>□</a:t>
            </a:r>
            <a:r>
              <a:rPr lang="en-US" altLang="zh-CN" sz="2000" dirty="0"/>
              <a:t>12</a:t>
            </a:r>
            <a:r>
              <a:rPr lang="zh-CN" altLang="zh-CN" sz="2000" dirty="0"/>
              <a:t>月 □</a:t>
            </a:r>
            <a:r>
              <a:rPr lang="en-US" altLang="zh-CN" sz="2000" dirty="0"/>
              <a:t>18</a:t>
            </a:r>
            <a:r>
              <a:rPr lang="zh-CN" altLang="zh-CN" sz="2000" dirty="0"/>
              <a:t>月 □ </a:t>
            </a:r>
            <a:r>
              <a:rPr lang="en-US" altLang="zh-CN" sz="2000" dirty="0"/>
              <a:t>24</a:t>
            </a:r>
            <a:r>
              <a:rPr lang="zh-CN" altLang="zh-CN" sz="2000" dirty="0"/>
              <a:t>月</a:t>
            </a:r>
            <a:endParaRPr lang="zh-CN" altLang="zh-CN" sz="2000" dirty="0"/>
          </a:p>
          <a:p>
            <a:pPr marL="0" indent="0">
              <a:lnSpc>
                <a:spcPct val="150000"/>
              </a:lnSpc>
              <a:buNone/>
            </a:pPr>
            <a:r>
              <a:rPr lang="zh-CN" altLang="en-US" sz="2000" b="1" dirty="0">
                <a:latin typeface="微软雅黑" panose="020B0503020204020204" pitchFamily="34" charset="-122"/>
                <a:ea typeface="微软雅黑" panose="020B0503020204020204" pitchFamily="34" charset="-122"/>
              </a:rPr>
              <a:t>标准化对象定义：</a:t>
            </a:r>
            <a:endParaRPr lang="en-US" altLang="zh-CN" sz="2000" b="1" dirty="0">
              <a:latin typeface="微软雅黑" panose="020B0503020204020204" pitchFamily="34" charset="-122"/>
              <a:ea typeface="微软雅黑" panose="020B0503020204020204" pitchFamily="34" charset="-122"/>
            </a:endParaRPr>
          </a:p>
          <a:p>
            <a:pPr>
              <a:lnSpc>
                <a:spcPct val="150000"/>
              </a:lnSpc>
            </a:pPr>
            <a:r>
              <a:rPr lang="en-US" altLang="zh-CN" sz="2000" dirty="0">
                <a:solidFill>
                  <a:srgbClr val="00B050"/>
                </a:solidFill>
                <a:latin typeface="微软雅黑" panose="020B0503020204020204" pitchFamily="34" charset="-122"/>
                <a:ea typeface="微软雅黑" panose="020B0503020204020204" pitchFamily="34" charset="-122"/>
              </a:rPr>
              <a:t>XXXXX</a:t>
            </a:r>
            <a:r>
              <a:rPr lang="zh-CN" altLang="en-US" sz="2000" dirty="0">
                <a:latin typeface="微软雅黑" panose="020B0503020204020204" pitchFamily="34" charset="-122"/>
                <a:ea typeface="微软雅黑" panose="020B0503020204020204" pitchFamily="34" charset="-122"/>
              </a:rPr>
              <a:t>是</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。（对标准化对象进行明确、清晰的定义，若需要可附相关照片）。</a:t>
            </a:r>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solidFill>
                  <a:srgbClr val="00B050"/>
                </a:solidFill>
                <a:latin typeface="微软雅黑" panose="020B0503020204020204" pitchFamily="34" charset="-122"/>
                <a:ea typeface="微软雅黑" panose="020B0503020204020204" pitchFamily="34" charset="-122"/>
              </a:rPr>
              <a:t>XXXXX</a:t>
            </a:r>
            <a:r>
              <a:rPr lang="zh-CN" altLang="en-US" sz="2000" dirty="0">
                <a:latin typeface="微软雅黑" panose="020B0503020204020204" pitchFamily="34" charset="-122"/>
                <a:ea typeface="微软雅黑" panose="020B0503020204020204" pitchFamily="34" charset="-122"/>
              </a:rPr>
              <a:t>包含</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不包含</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 （对标准化对象的范围进行界定）</a:t>
            </a:r>
            <a:endParaRPr lang="zh-CN" altLang="en-US" sz="2000" dirty="0">
              <a:latin typeface="微软雅黑" panose="020B0503020204020204" pitchFamily="34" charset="-122"/>
              <a:ea typeface="微软雅黑" panose="020B0503020204020204" pitchFamily="34" charset="-122"/>
            </a:endParaRPr>
          </a:p>
          <a:p>
            <a:pPr marL="0" indent="0">
              <a:lnSpc>
                <a:spcPct val="150000"/>
              </a:lnSpc>
              <a:buNone/>
            </a:pPr>
            <a:endParaRPr lang="en-US" altLang="zh-CN" sz="2000" dirty="0">
              <a:latin typeface="微软雅黑" panose="020B0503020204020204" pitchFamily="34" charset="-122"/>
              <a:ea typeface="微软雅黑" panose="020B0503020204020204" pitchFamily="34" charset="-122"/>
            </a:endParaRPr>
          </a:p>
          <a:p>
            <a:pPr marL="0" indent="0">
              <a:lnSpc>
                <a:spcPct val="150000"/>
              </a:lnSpc>
              <a:buNone/>
            </a:pPr>
            <a:endParaRPr lang="en-US" altLang="zh-CN" sz="2000" dirty="0">
              <a:latin typeface="微软雅黑" panose="020B0503020204020204" pitchFamily="34" charset="-122"/>
              <a:ea typeface="微软雅黑" panose="020B0503020204020204" pitchFamily="34" charset="-122"/>
            </a:endParaRPr>
          </a:p>
          <a:p>
            <a:pPr>
              <a:lnSpc>
                <a:spcPct val="150000"/>
              </a:lnSpc>
              <a:buFont typeface="Arial" panose="020B0604020202020204" pitchFamily="34" charset="0"/>
              <a:buChar char="•"/>
            </a:pPr>
            <a:endParaRPr lang="en-US" altLang="zh-CN" sz="20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pPr>
              <a:defRPr/>
            </a:pPr>
            <a:fld id="{8F0FC8C0-A209-4741-AB57-8074DC014715}" type="slidenum">
              <a:rPr lang="zh-CN" altLang="en-US" smtClean="0"/>
            </a:fld>
            <a:endParaRPr lang="zh-CN" altLang="en-US"/>
          </a:p>
        </p:txBody>
      </p:sp>
      <p:sp>
        <p:nvSpPr>
          <p:cNvPr id="9" name="矩形 8"/>
          <p:cNvSpPr/>
          <p:nvPr/>
        </p:nvSpPr>
        <p:spPr>
          <a:xfrm>
            <a:off x="2147392" y="116632"/>
            <a:ext cx="1696298" cy="572464"/>
          </a:xfrm>
          <a:prstGeom prst="rect">
            <a:avLst/>
          </a:prstGeom>
        </p:spPr>
        <p:txBody>
          <a:bodyPr wrap="none">
            <a:spAutoFit/>
          </a:bodyPr>
          <a:lstStyle/>
          <a:p>
            <a:pPr>
              <a:lnSpc>
                <a:spcPct val="130000"/>
              </a:lnSpc>
            </a:pPr>
            <a:endParaRPr lang="zh-CN" altLang="en-US" sz="2400" b="1" kern="0" dirty="0">
              <a:solidFill>
                <a:srgbClr val="FFC000"/>
              </a:solidFill>
              <a:latin typeface="微软雅黑" panose="020B0503020204020204" pitchFamily="34" charset="-122"/>
              <a:ea typeface="微软雅黑" panose="020B0503020204020204" pitchFamily="34" charset="-122"/>
            </a:endParaRPr>
          </a:p>
          <a:p>
            <a:pPr>
              <a:defRPr sz="2800" b="1"/>
            </a:pPr>
            <a:r>
              <a:t>1 项目概况</a:t>
            </a:r>
          </a:p>
          <a:p>
            <a:br/>
            <a:pPr>
              <a:defRPr sz="1800"/>
            </a:pPr>
            <a:r>
              <a:t>标准负责人：</a:t>
            </a:r>
          </a:p>
          <a:p>
            <a:br/>
            <a:pPr>
              <a:defRPr sz="1800"/>
            </a:pPr>
            <a:r>
              <a:t>标准范围：</a:t>
            </a:r>
          </a:p>
          <a:p>
            <a:pPr lvl="1">
              <a:defRPr sz="1600"/>
            </a:pPr>
            <a:r>
              <a:t>本标准对铁路旅客服务系统综合显示子系统的功能要求、性能指标、接口规范、安全机制等方面作出规定。</a:t>
            </a:r>
          </a:p>
          <a:p>
            <a:pPr lvl="1">
              <a:defRPr sz="1600"/>
            </a:pPr>
            <a:r>
              <a:t>本标准适用于铁路旅客服务系统综合显示子系统的设计、开发、测试、部署和运维。</a:t>
            </a:r>
          </a:p>
          <a:p>
            <a:br/>
            <a:pPr>
              <a:defRPr sz="1800"/>
            </a:pPr>
            <a:r>
              <a:t>预计起草单位：</a:t>
            </a:r>
          </a:p>
          <a:p>
            <a:pPr lvl="1">
              <a:defRPr sz="1600"/>
            </a:pPr>
            <a:r>
              <a:t>本标准起草单位：[三家及以上单位名称]</a:t>
            </a:r>
          </a:p>
          <a:p>
            <a:br/>
            <a:pPr>
              <a:defRPr sz="1800"/>
            </a:pPr>
            <a:r>
              <a:t>起草周期：☑ 12月 □18月 □ 24月</a:t>
            </a:r>
          </a:p>
          <a:p>
            <a:br/>
            <a:pPr>
              <a:defRPr sz="1800"/>
            </a:pPr>
            <a:r>
              <a:t>标准化对象定义：</a:t>
            </a:r>
          </a:p>
          <a:p>
            <a:pPr lvl="1">
              <a:defRPr sz="1600"/>
            </a:pPr>
            <a:r>
              <a:t>铁路旅客服务系统综合显示子系统是为旅客提供出行信息服务的显示终端及控制系统，包括引导屏、候车屏、检票屏、站台屏等各类显示设备及控制管理系统。</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2238348" y="857232"/>
            <a:ext cx="7972452" cy="4714908"/>
          </a:xfrm>
        </p:spPr>
        <p:txBody>
          <a:bodyPr>
            <a:normAutofit lnSpcReduction="10000"/>
          </a:bodyPr>
          <a:lstStyle/>
          <a:p>
            <a:pPr>
              <a:lnSpc>
                <a:spcPct val="150000"/>
              </a:lnSpc>
              <a:buNone/>
            </a:pPr>
            <a:r>
              <a:rPr lang="zh-CN" altLang="en-US" sz="2000" b="1" dirty="0">
                <a:latin typeface="微软雅黑" panose="020B0503020204020204" pitchFamily="34" charset="-122"/>
                <a:ea typeface="微软雅黑" panose="020B0503020204020204" pitchFamily="34" charset="-122"/>
              </a:rPr>
              <a:t>对应申报指南类别：</a:t>
            </a:r>
            <a:endParaRPr lang="en-US" altLang="zh-CN" sz="2000" b="1"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对应申报项目指南中</a:t>
            </a:r>
            <a:r>
              <a:rPr lang="en-US" altLang="zh-CN" sz="2000" dirty="0">
                <a:latin typeface="微软雅黑" panose="020B0503020204020204" pitchFamily="34" charset="-122"/>
                <a:ea typeface="微软雅黑" panose="020B0503020204020204" pitchFamily="34" charset="-122"/>
              </a:rPr>
              <a:t>X.X</a:t>
            </a:r>
            <a:r>
              <a:rPr lang="zh-CN" altLang="en-US" sz="2000" dirty="0">
                <a:latin typeface="微软雅黑" panose="020B0503020204020204" pitchFamily="34" charset="-122"/>
                <a:ea typeface="微软雅黑" panose="020B0503020204020204" pitchFamily="34" charset="-122"/>
              </a:rPr>
              <a:t>条，原因：</a:t>
            </a:r>
            <a:r>
              <a:rPr lang="en-US" altLang="zh-CN" sz="2000" dirty="0">
                <a:latin typeface="微软雅黑" panose="020B0503020204020204" pitchFamily="34" charset="-122"/>
                <a:ea typeface="微软雅黑" panose="020B0503020204020204" pitchFamily="34" charset="-122"/>
              </a:rPr>
              <a:t>…… </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a:p>
            <a:pPr marL="0" indent="0">
              <a:lnSpc>
                <a:spcPct val="150000"/>
              </a:lnSpc>
              <a:buNone/>
            </a:pPr>
            <a:r>
              <a:rPr lang="zh-CN" altLang="en-US" sz="2000" b="1" dirty="0">
                <a:latin typeface="微软雅黑" panose="020B0503020204020204" pitchFamily="34" charset="-122"/>
                <a:ea typeface="微软雅黑" panose="020B0503020204020204" pitchFamily="34" charset="-122"/>
              </a:rPr>
              <a:t>标准化对象在铁路生产中的使用需求</a:t>
            </a:r>
            <a:r>
              <a:rPr lang="en-US" altLang="zh-CN" sz="2000" b="1" dirty="0">
                <a:latin typeface="微软雅黑" panose="020B0503020204020204" pitchFamily="34" charset="-122"/>
                <a:ea typeface="微软雅黑" panose="020B0503020204020204" pitchFamily="34" charset="-122"/>
              </a:rPr>
              <a:t>/</a:t>
            </a:r>
            <a:r>
              <a:rPr lang="zh-CN" altLang="en-US" sz="2000" b="1" dirty="0">
                <a:latin typeface="微软雅黑" panose="020B0503020204020204" pitchFamily="34" charset="-122"/>
                <a:ea typeface="微软雅黑" panose="020B0503020204020204" pitchFamily="34" charset="-122"/>
              </a:rPr>
              <a:t>使用现状：</a:t>
            </a:r>
            <a:r>
              <a:rPr lang="zh-CN" altLang="en-US" sz="2000" b="1" dirty="0">
                <a:solidFill>
                  <a:srgbClr val="FF0000"/>
                </a:solidFill>
                <a:latin typeface="微软雅黑" panose="020B0503020204020204" pitchFamily="34" charset="-122"/>
                <a:ea typeface="微软雅黑" panose="020B0503020204020204" pitchFamily="34" charset="-122"/>
              </a:rPr>
              <a:t>（详述，</a:t>
            </a:r>
            <a:r>
              <a:rPr lang="zh-CN" altLang="en-US" sz="2000" b="1" dirty="0">
                <a:solidFill>
                  <a:srgbClr val="FF0000"/>
                </a:solidFill>
                <a:latin typeface="微软雅黑" panose="020B0503020204020204" pitchFamily="34" charset="-122"/>
                <a:ea typeface="微软雅黑" panose="020B0503020204020204" pitchFamily="34" charset="-122"/>
              </a:rPr>
              <a:t>可增页）</a:t>
            </a:r>
            <a:endParaRPr lang="en-US" altLang="zh-CN" sz="2000" b="1" dirty="0">
              <a:latin typeface="微软雅黑" panose="020B0503020204020204" pitchFamily="34" charset="-122"/>
              <a:ea typeface="微软雅黑" panose="020B0503020204020204" pitchFamily="34" charset="-122"/>
            </a:endParaRPr>
          </a:p>
          <a:p>
            <a:pPr>
              <a:lnSpc>
                <a:spcPct val="150000"/>
              </a:lnSpc>
            </a:pPr>
            <a:r>
              <a:rPr lang="en-US" altLang="zh-CN" sz="2000" dirty="0">
                <a:solidFill>
                  <a:srgbClr val="00B050"/>
                </a:solidFill>
                <a:latin typeface="微软雅黑" panose="020B0503020204020204" pitchFamily="34" charset="-122"/>
                <a:ea typeface="微软雅黑" panose="020B0503020204020204" pitchFamily="34" charset="-122"/>
              </a:rPr>
              <a:t>XXXXX</a:t>
            </a:r>
            <a:r>
              <a:rPr lang="zh-CN" altLang="en-US" sz="2000" dirty="0">
                <a:latin typeface="微软雅黑" panose="020B0503020204020204" pitchFamily="34" charset="-122"/>
                <a:ea typeface="微软雅黑" panose="020B0503020204020204" pitchFamily="34" charset="-122"/>
              </a:rPr>
              <a:t>将在全路</a:t>
            </a:r>
            <a:r>
              <a:rPr lang="en-US" altLang="zh-CN" sz="2000" dirty="0">
                <a:solidFill>
                  <a:srgbClr val="7030A0"/>
                </a:solidFill>
                <a:latin typeface="微软雅黑" panose="020B0503020204020204" pitchFamily="34" charset="-122"/>
                <a:ea typeface="微软雅黑" panose="020B0503020204020204" pitchFamily="34" charset="-122"/>
              </a:rPr>
              <a:t>XXXXX</a:t>
            </a:r>
            <a:r>
              <a:rPr lang="zh-CN" altLang="en-US" sz="2000" dirty="0">
                <a:latin typeface="微软雅黑" panose="020B0503020204020204" pitchFamily="34" charset="-122"/>
                <a:ea typeface="微软雅黑" panose="020B0503020204020204" pitchFamily="34" charset="-122"/>
              </a:rPr>
              <a:t>业务中应用。由于</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原因，铁路</a:t>
            </a:r>
            <a:r>
              <a:rPr lang="en-US" altLang="zh-CN" sz="2000" dirty="0">
                <a:solidFill>
                  <a:srgbClr val="7030A0"/>
                </a:solidFill>
                <a:latin typeface="微软雅黑" panose="020B0503020204020204" pitchFamily="34" charset="-122"/>
                <a:ea typeface="微软雅黑" panose="020B0503020204020204" pitchFamily="34" charset="-122"/>
              </a:rPr>
              <a:t>XXXXX</a:t>
            </a:r>
            <a:r>
              <a:rPr lang="zh-CN" altLang="en-US" sz="2000" dirty="0">
                <a:latin typeface="微软雅黑" panose="020B0503020204020204" pitchFamily="34" charset="-122"/>
                <a:ea typeface="微软雅黑" panose="020B0503020204020204" pitchFamily="34" charset="-122"/>
              </a:rPr>
              <a:t>业务中需要应用</a:t>
            </a:r>
            <a:r>
              <a:rPr lang="en-US" altLang="zh-CN" sz="2000" dirty="0">
                <a:solidFill>
                  <a:srgbClr val="00B050"/>
                </a:solidFill>
                <a:latin typeface="微软雅黑" panose="020B0503020204020204" pitchFamily="34" charset="-122"/>
                <a:ea typeface="微软雅黑" panose="020B0503020204020204" pitchFamily="34" charset="-122"/>
              </a:rPr>
              <a:t>XXXXX </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solidFill>
                  <a:srgbClr val="00B050"/>
                </a:solidFill>
                <a:latin typeface="微软雅黑" panose="020B0503020204020204" pitchFamily="34" charset="-122"/>
                <a:ea typeface="微软雅黑" panose="020B0503020204020204" pitchFamily="34" charset="-122"/>
              </a:rPr>
              <a:t>XXXXX</a:t>
            </a:r>
            <a:r>
              <a:rPr lang="zh-CN" altLang="en-US" sz="2000" dirty="0">
                <a:latin typeface="微软雅黑" panose="020B0503020204020204" pitchFamily="34" charset="-122"/>
                <a:ea typeface="微软雅黑" panose="020B0503020204020204" pitchFamily="34" charset="-122"/>
              </a:rPr>
              <a:t>当前在全路</a:t>
            </a:r>
            <a:r>
              <a:rPr lang="en-US" altLang="zh-CN" sz="2000" dirty="0">
                <a:solidFill>
                  <a:srgbClr val="7030A0"/>
                </a:solidFill>
                <a:latin typeface="微软雅黑" panose="020B0503020204020204" pitchFamily="34" charset="-122"/>
                <a:ea typeface="微软雅黑" panose="020B0503020204020204" pitchFamily="34" charset="-122"/>
              </a:rPr>
              <a:t>XXXXX</a:t>
            </a:r>
            <a:r>
              <a:rPr lang="zh-CN" altLang="en-US" sz="2000" dirty="0">
                <a:latin typeface="微软雅黑" panose="020B0503020204020204" pitchFamily="34" charset="-122"/>
                <a:ea typeface="微软雅黑" panose="020B0503020204020204" pitchFamily="34" charset="-122"/>
              </a:rPr>
              <a:t>业务中应用。具体应用情况是</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en-US" altLang="zh-CN" sz="2000" dirty="0">
                <a:solidFill>
                  <a:srgbClr val="7030A0"/>
                </a:solidFill>
                <a:latin typeface="微软雅黑" panose="020B0503020204020204" pitchFamily="34" charset="-122"/>
                <a:ea typeface="微软雅黑" panose="020B0503020204020204" pitchFamily="34" charset="-122"/>
              </a:rPr>
              <a:t>XXXXX</a:t>
            </a:r>
            <a:r>
              <a:rPr lang="zh-CN" altLang="en-US" sz="2000" dirty="0">
                <a:latin typeface="微软雅黑" panose="020B0503020204020204" pitchFamily="34" charset="-122"/>
                <a:ea typeface="微软雅黑" panose="020B0503020204020204" pitchFamily="34" charset="-122"/>
              </a:rPr>
              <a:t>业务由国铁集团</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部门主管。</a:t>
            </a:r>
            <a:endParaRPr lang="zh-CN" altLang="en-US" sz="2000"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pPr>
              <a:defRPr/>
            </a:pPr>
            <a:fld id="{8F0FC8C0-A209-4741-AB57-8074DC014715}" type="slidenum">
              <a:rPr lang="zh-CN" altLang="en-US" smtClean="0"/>
            </a:fld>
            <a:endParaRPr lang="zh-CN" altLang="en-US"/>
          </a:p>
        </p:txBody>
      </p:sp>
      <p:sp>
        <p:nvSpPr>
          <p:cNvPr id="9" name="矩形 8"/>
          <p:cNvSpPr/>
          <p:nvPr/>
        </p:nvSpPr>
        <p:spPr>
          <a:xfrm>
            <a:off x="2147393" y="116632"/>
            <a:ext cx="2004075" cy="572464"/>
          </a:xfrm>
          <a:prstGeom prst="rect">
            <a:avLst/>
          </a:prstGeom>
        </p:spPr>
        <p:txBody>
          <a:bodyPr wrap="none">
            <a:spAutoFit/>
          </a:bodyPr>
          <a:lstStyle/>
          <a:p>
            <a:pPr>
              <a:lnSpc>
                <a:spcPct val="130000"/>
              </a:lnSpc>
            </a:pPr>
            <a:endParaRPr lang="zh-CN" altLang="en-US" sz="2400" b="1" kern="0" dirty="0">
              <a:solidFill>
                <a:srgbClr val="FFC000"/>
              </a:solidFill>
              <a:latin typeface="微软雅黑" panose="020B0503020204020204" pitchFamily="34" charset="-122"/>
              <a:ea typeface="微软雅黑" panose="020B0503020204020204" pitchFamily="34" charset="-122"/>
            </a:endParaRPr>
          </a:p>
          <a:p>
            <a:pPr>
              <a:defRPr sz="2800" b="1"/>
            </a:pPr>
            <a:r>
              <a:t>2 必要性说明</a:t>
            </a:r>
          </a:p>
          <a:p>
            <a:br/>
            <a:pPr>
              <a:defRPr sz="1800"/>
            </a:pPr>
            <a:r>
              <a:t>对应申报指南类别：</a:t>
            </a:r>
          </a:p>
          <a:p>
            <a:pPr lvl="1">
              <a:defRPr sz="1600"/>
            </a:pPr>
            <a:r>
              <a:t>本项目符合《国铁集团技术标准和计量规范申报指南》中的：</a:t>
            </a:r>
          </a:p>
          <a:p>
            <a:pPr lvl="2">
              <a:defRPr sz="1600"/>
            </a:pPr>
            <a:r>
              <a:t>• 第2类：支撑国铁集团数智化发展，提升数据安全与网络安全保护能力</a:t>
            </a:r>
          </a:p>
          <a:p>
            <a:pPr lvl="2">
              <a:defRPr sz="1600"/>
            </a:pPr>
            <a:r>
              <a:t>• 第4类：提升客运服务质量，优化旅客服务体验</a:t>
            </a:r>
          </a:p>
          <a:p>
            <a:pPr lvl="2">
              <a:defRPr sz="1600"/>
            </a:pPr>
            <a:r>
              <a:t>• 第5类：推动设备升级改造，促进绿色低碳转型</a:t>
            </a:r>
          </a:p>
          <a:p>
            <a:pPr lvl="2">
              <a:defRPr sz="1600"/>
            </a:pPr>
            <a:r>
              <a:t>• 第10类：修订与新技术、新需求不匹配的技术标准</a:t>
            </a:r>
          </a:p>
          <a:p>
            <a:br/>
            <a:pPr>
              <a:defRPr sz="1800"/>
            </a:pPr>
            <a:r>
              <a:t>使用需求/使用现状：</a:t>
            </a:r>
          </a:p>
          <a:p>
            <a:pPr lvl="1">
              <a:defRPr sz="1600"/>
            </a:pPr>
            <a:r>
              <a:t>铁路旅客服务系统显示子系统已在全路各级车站广泛应用，随着Mini LED等新型显示技术的发展和网络安全要求的提升，原有标准Q/CR 663—2018已不能满足当前技术发展和业务需求，亟需修订完善。</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2238348" y="857232"/>
            <a:ext cx="7972452" cy="4714908"/>
          </a:xfrm>
        </p:spPr>
        <p:txBody>
          <a:bodyPr/>
          <a:lstStyle/>
          <a:p>
            <a:pPr marL="0" indent="0">
              <a:lnSpc>
                <a:spcPct val="150000"/>
              </a:lnSpc>
              <a:buNone/>
            </a:pPr>
            <a:r>
              <a:rPr lang="zh-CN" altLang="en-US" sz="2000" b="1" dirty="0">
                <a:latin typeface="微软雅黑" panose="020B0503020204020204" pitchFamily="34" charset="-122"/>
                <a:ea typeface="微软雅黑" panose="020B0503020204020204" pitchFamily="34" charset="-122"/>
              </a:rPr>
              <a:t>制定标准的必要性：</a:t>
            </a:r>
            <a:endParaRPr lang="en-US" altLang="zh-CN" sz="2000" b="1"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图文均可。</a:t>
            </a:r>
            <a:endParaRPr lang="en-US" altLang="zh-CN" sz="2000" dirty="0">
              <a:solidFill>
                <a:srgbClr val="00B050"/>
              </a:solidFill>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pPr>
              <a:defRPr/>
            </a:pPr>
            <a:fld id="{8F0FC8C0-A209-4741-AB57-8074DC014715}" type="slidenum">
              <a:rPr lang="zh-CN" altLang="en-US" smtClean="0"/>
            </a:fld>
            <a:endParaRPr lang="zh-CN" altLang="en-US"/>
          </a:p>
        </p:txBody>
      </p:sp>
      <p:sp>
        <p:nvSpPr>
          <p:cNvPr id="9" name="矩形 8"/>
          <p:cNvSpPr/>
          <p:nvPr/>
        </p:nvSpPr>
        <p:spPr>
          <a:xfrm>
            <a:off x="2147393" y="116632"/>
            <a:ext cx="2004075" cy="572464"/>
          </a:xfrm>
          <a:prstGeom prst="rect">
            <a:avLst/>
          </a:prstGeom>
        </p:spPr>
        <p:txBody>
          <a:bodyPr wrap="none">
            <a:spAutoFit/>
          </a:bodyPr>
          <a:lstStyle/>
          <a:p>
            <a:pPr>
              <a:lnSpc>
                <a:spcPct val="130000"/>
              </a:lnSpc>
            </a:pPr>
            <a:endParaRPr lang="zh-CN" altLang="en-US" sz="2400" b="1" kern="0" dirty="0">
              <a:solidFill>
                <a:srgbClr val="FFC000"/>
              </a:solidFill>
              <a:latin typeface="微软雅黑" panose="020B0503020204020204" pitchFamily="34" charset="-122"/>
              <a:ea typeface="微软雅黑" panose="020B0503020204020204" pitchFamily="34" charset="-122"/>
            </a:endParaRPr>
          </a:p>
          <a:p>
            <a:pPr>
              <a:defRPr sz="2800" b="1"/>
            </a:pPr>
            <a:r>
              <a:t>2 必要性说明</a:t>
            </a:r>
          </a:p>
          <a:p>
            <a:br/>
            <a:pPr>
              <a:defRPr sz="1800"/>
            </a:pPr>
            <a:r>
              <a:t>制定标准的必要性：</a:t>
            </a:r>
          </a:p>
          <a:p>
            <a:pPr lvl="1">
              <a:defRPr sz="1600"/>
            </a:pPr>
            <a:r>
              <a:t>• 现有标准缺少引导屏控制卡回读功能要求，无法实现终端设备运行状态的实时监控与远程诊断，运维效率低</a:t>
            </a:r>
          </a:p>
          <a:p>
            <a:pPr lvl="1">
              <a:defRPr sz="1600"/>
            </a:pPr>
            <a:r>
              <a:t>• 缺乏系统通信、数据存储、信息展示等关键环节的加密与审计机制，存在数据安全和内容篡改风险</a:t>
            </a:r>
          </a:p>
          <a:p>
            <a:pPr lvl="1">
              <a:defRPr sz="1600"/>
            </a:pPr>
            <a:r>
              <a:t>• 全彩显示屏缺少统一的信息展示版式规范，信息展示不规范、可读性差，影响旅客服务体验</a:t>
            </a:r>
          </a:p>
          <a:p>
            <a:pPr lvl="1">
              <a:defRPr sz="1600"/>
            </a:pPr>
            <a:r>
              <a:t>• 原有标准未涵盖Mini LED等新型显示技术和智能控制单元等新设备的技术要求，兼容性和扩展性不足</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2238348" y="857232"/>
            <a:ext cx="7972452" cy="4714908"/>
          </a:xfrm>
        </p:spPr>
        <p:txBody>
          <a:bodyPr>
            <a:normAutofit lnSpcReduction="10000"/>
          </a:bodyPr>
          <a:lstStyle/>
          <a:p>
            <a:pPr marL="0" indent="0">
              <a:lnSpc>
                <a:spcPct val="150000"/>
              </a:lnSpc>
              <a:buNone/>
            </a:pPr>
            <a:r>
              <a:rPr lang="zh-CN" altLang="en-US" sz="2000" b="1" dirty="0">
                <a:latin typeface="微软雅黑" panose="020B0503020204020204" pitchFamily="34" charset="-122"/>
                <a:ea typeface="微软雅黑" panose="020B0503020204020204" pitchFamily="34" charset="-122"/>
              </a:rPr>
              <a:t>科研研究基础：</a:t>
            </a:r>
            <a:endParaRPr lang="en-US" altLang="zh-CN" sz="2000" b="1" dirty="0">
              <a:latin typeface="微软雅黑" panose="020B0503020204020204" pitchFamily="34" charset="-122"/>
              <a:ea typeface="微软雅黑" panose="020B0503020204020204" pitchFamily="34" charset="-122"/>
            </a:endParaRPr>
          </a:p>
          <a:p>
            <a:pPr>
              <a:lnSpc>
                <a:spcPct val="150000"/>
              </a:lnSpc>
            </a:pPr>
            <a:r>
              <a:rPr lang="zh-CN" altLang="zh-CN" sz="2000" dirty="0">
                <a:latin typeface="微软雅黑" panose="020B0503020204020204" pitchFamily="34" charset="-122"/>
                <a:ea typeface="微软雅黑" panose="020B0503020204020204" pitchFamily="34" charset="-122"/>
              </a:rPr>
              <a:t>本单位主持承担总公司科研课题</a:t>
            </a:r>
            <a:r>
              <a:rPr lang="en-US" altLang="zh-CN" sz="2000" dirty="0">
                <a:latin typeface="微软雅黑" panose="020B0503020204020204" pitchFamily="34" charset="-122"/>
                <a:ea typeface="微软雅黑" panose="020B0503020204020204" pitchFamily="34" charset="-122"/>
              </a:rPr>
              <a:t>2018JXXXX</a:t>
            </a:r>
            <a:r>
              <a:rPr lang="zh-CN" altLang="zh-CN"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XXXXXX</a:t>
            </a:r>
            <a:r>
              <a:rPr lang="zh-CN" altLang="zh-CN" sz="2000" dirty="0">
                <a:latin typeface="微软雅黑" panose="020B0503020204020204" pitchFamily="34" charset="-122"/>
                <a:ea typeface="微软雅黑" panose="020B0503020204020204" pitchFamily="34" charset="-122"/>
              </a:rPr>
              <a:t>》，该科研课题于</a:t>
            </a:r>
            <a:r>
              <a:rPr lang="en-US" altLang="zh-CN" sz="2000" dirty="0">
                <a:latin typeface="微软雅黑" panose="020B0503020204020204" pitchFamily="34" charset="-122"/>
                <a:ea typeface="微软雅黑" panose="020B0503020204020204" pitchFamily="34" charset="-122"/>
              </a:rPr>
              <a:t>2019</a:t>
            </a:r>
            <a:r>
              <a:rPr lang="zh-CN" altLang="zh-CN" sz="2000" dirty="0">
                <a:latin typeface="微软雅黑" panose="020B0503020204020204" pitchFamily="34" charset="-122"/>
                <a:ea typeface="微软雅黑" panose="020B0503020204020204" pitchFamily="34" charset="-122"/>
              </a:rPr>
              <a:t>年通过项目验收，根据本课题研究成果形成</a:t>
            </a:r>
            <a:r>
              <a:rPr lang="en-US" altLang="zh-CN" sz="2000" dirty="0">
                <a:latin typeface="微软雅黑" panose="020B0503020204020204" pitchFamily="34" charset="-122"/>
                <a:ea typeface="微软雅黑" panose="020B0503020204020204" pitchFamily="34" charset="-122"/>
              </a:rPr>
              <a:t>XXXXX</a:t>
            </a:r>
            <a:r>
              <a:rPr lang="zh-CN"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对于</a:t>
            </a:r>
            <a:r>
              <a:rPr lang="en-US" altLang="zh-CN" sz="2000" dirty="0">
                <a:solidFill>
                  <a:srgbClr val="00B050"/>
                </a:solidFill>
                <a:latin typeface="微软雅黑" panose="020B0503020204020204" pitchFamily="34" charset="-122"/>
                <a:ea typeface="微软雅黑" panose="020B0503020204020204" pitchFamily="34" charset="-122"/>
              </a:rPr>
              <a:t>XXXXX</a:t>
            </a:r>
            <a:r>
              <a:rPr lang="zh-CN" altLang="en-US" sz="2000" dirty="0">
                <a:latin typeface="微软雅黑" panose="020B0503020204020204" pitchFamily="34" charset="-122"/>
                <a:ea typeface="微软雅黑" panose="020B0503020204020204" pitchFamily="34" charset="-122"/>
              </a:rPr>
              <a:t>科研情况</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，试验</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试用</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试点情况</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50000"/>
              </a:lnSpc>
            </a:pPr>
            <a:endParaRPr lang="en-US" altLang="zh-CN" sz="2000" dirty="0">
              <a:latin typeface="微软雅黑" panose="020B0503020204020204" pitchFamily="34" charset="-122"/>
              <a:ea typeface="微软雅黑" panose="020B0503020204020204" pitchFamily="34" charset="-122"/>
            </a:endParaRPr>
          </a:p>
          <a:p>
            <a:pPr marL="0" indent="0">
              <a:lnSpc>
                <a:spcPct val="150000"/>
              </a:lnSpc>
              <a:buNone/>
            </a:pPr>
            <a:r>
              <a:rPr lang="zh-CN" altLang="en-US" sz="2000" b="1" dirty="0">
                <a:latin typeface="微软雅黑" panose="020B0503020204020204" pitchFamily="34" charset="-122"/>
                <a:ea typeface="微软雅黑" panose="020B0503020204020204" pitchFamily="34" charset="-122"/>
              </a:rPr>
              <a:t>现有相关文件分析：</a:t>
            </a:r>
            <a:r>
              <a:rPr lang="zh-CN" altLang="en-US" sz="2000" b="1" dirty="0">
                <a:solidFill>
                  <a:srgbClr val="FF0000"/>
                </a:solidFill>
                <a:latin typeface="微软雅黑" panose="020B0503020204020204" pitchFamily="34" charset="-122"/>
                <a:ea typeface="微软雅黑" panose="020B0503020204020204" pitchFamily="34" charset="-122"/>
                <a:sym typeface="+mn-ea"/>
              </a:rPr>
              <a:t>（详述，可增页）</a:t>
            </a:r>
            <a:endParaRPr lang="en-US" altLang="zh-CN" sz="2000" b="1"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对于</a:t>
            </a:r>
            <a:r>
              <a:rPr lang="en-US" altLang="zh-CN" sz="2000" dirty="0">
                <a:solidFill>
                  <a:srgbClr val="00B050"/>
                </a:solidFill>
                <a:latin typeface="微软雅黑" panose="020B0503020204020204" pitchFamily="34" charset="-122"/>
                <a:ea typeface="微软雅黑" panose="020B0503020204020204" pitchFamily="34" charset="-122"/>
              </a:rPr>
              <a:t>XXXXX</a:t>
            </a:r>
            <a:r>
              <a:rPr lang="zh-CN" altLang="en-US" sz="2000" dirty="0">
                <a:latin typeface="微软雅黑" panose="020B0503020204020204" pitchFamily="34" charset="-122"/>
                <a:ea typeface="微软雅黑" panose="020B0503020204020204" pitchFamily="34" charset="-122"/>
              </a:rPr>
              <a:t>的</a:t>
            </a:r>
            <a:r>
              <a:rPr lang="en-US" altLang="zh-CN" sz="2000" dirty="0">
                <a:solidFill>
                  <a:srgbClr val="C00000"/>
                </a:solidFill>
                <a:latin typeface="微软雅黑" panose="020B0503020204020204" pitchFamily="34" charset="-122"/>
                <a:ea typeface="微软雅黑" panose="020B0503020204020204" pitchFamily="34" charset="-122"/>
              </a:rPr>
              <a:t>XX</a:t>
            </a:r>
            <a:r>
              <a:rPr lang="zh-CN" altLang="en-US" sz="2000" dirty="0">
                <a:solidFill>
                  <a:srgbClr val="C00000"/>
                </a:solidFill>
                <a:latin typeface="微软雅黑" panose="020B0503020204020204" pitchFamily="34" charset="-122"/>
                <a:ea typeface="微软雅黑" panose="020B0503020204020204" pitchFamily="34" charset="-122"/>
              </a:rPr>
              <a:t>、</a:t>
            </a:r>
            <a:r>
              <a:rPr lang="en-US" altLang="zh-CN" sz="2000" dirty="0">
                <a:solidFill>
                  <a:srgbClr val="C00000"/>
                </a:solidFill>
                <a:latin typeface="微软雅黑" panose="020B0503020204020204" pitchFamily="34" charset="-122"/>
                <a:ea typeface="微软雅黑" panose="020B0503020204020204" pitchFamily="34" charset="-122"/>
              </a:rPr>
              <a:t>XX</a:t>
            </a:r>
            <a:r>
              <a:rPr lang="zh-CN" altLang="en-US" sz="2000" dirty="0">
                <a:solidFill>
                  <a:srgbClr val="C00000"/>
                </a:solidFill>
                <a:latin typeface="微软雅黑" panose="020B0503020204020204" pitchFamily="34" charset="-122"/>
                <a:ea typeface="微软雅黑" panose="020B0503020204020204" pitchFamily="34" charset="-122"/>
              </a:rPr>
              <a:t>、</a:t>
            </a:r>
            <a:r>
              <a:rPr lang="en-US" altLang="zh-CN" sz="2000" dirty="0">
                <a:solidFill>
                  <a:srgbClr val="C00000"/>
                </a:solidFill>
                <a:latin typeface="微软雅黑" panose="020B0503020204020204" pitchFamily="34" charset="-122"/>
                <a:ea typeface="微软雅黑" panose="020B0503020204020204" pitchFamily="34" charset="-122"/>
              </a:rPr>
              <a:t>XX</a:t>
            </a:r>
            <a:r>
              <a:rPr lang="zh-CN" altLang="en-US" sz="2000" dirty="0">
                <a:solidFill>
                  <a:srgbClr val="C00000"/>
                </a:solidFill>
                <a:latin typeface="微软雅黑" panose="020B0503020204020204" pitchFamily="34" charset="-122"/>
                <a:ea typeface="微软雅黑" panose="020B0503020204020204" pitchFamily="34" charset="-122"/>
              </a:rPr>
              <a:t>、</a:t>
            </a:r>
            <a:r>
              <a:rPr lang="en-US" altLang="zh-CN" sz="2000" dirty="0">
                <a:solidFill>
                  <a:srgbClr val="C00000"/>
                </a:solidFill>
                <a:latin typeface="微软雅黑" panose="020B0503020204020204" pitchFamily="34" charset="-122"/>
                <a:ea typeface="微软雅黑" panose="020B0503020204020204" pitchFamily="34" charset="-122"/>
              </a:rPr>
              <a:t>XX</a:t>
            </a:r>
            <a:r>
              <a:rPr lang="zh-CN" altLang="en-US" sz="2000" dirty="0">
                <a:latin typeface="微软雅黑" panose="020B0503020204020204" pitchFamily="34" charset="-122"/>
                <a:ea typeface="微软雅黑" panose="020B0503020204020204" pitchFamily="34" charset="-122"/>
              </a:rPr>
              <a:t>方面要求现有</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文件（如国内</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外铁路标准、国铁集团标准性技术文件、其他行业标准、其他类型的文件）进行规定，本标准内容与上述文件的</a:t>
            </a:r>
            <a:r>
              <a:rPr lang="zh-CN" altLang="en-US" sz="2000" b="1" dirty="0">
                <a:solidFill>
                  <a:srgbClr val="FF0000"/>
                </a:solidFill>
                <a:latin typeface="微软雅黑" panose="020B0503020204020204" pitchFamily="34" charset="-122"/>
                <a:ea typeface="微软雅黑" panose="020B0503020204020204" pitchFamily="34" charset="-122"/>
              </a:rPr>
              <a:t>差异为</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pPr>
              <a:defRPr/>
            </a:pPr>
            <a:fld id="{8F0FC8C0-A209-4741-AB57-8074DC014715}" type="slidenum">
              <a:rPr lang="zh-CN" altLang="en-US" smtClean="0"/>
            </a:fld>
            <a:endParaRPr lang="zh-CN" altLang="en-US"/>
          </a:p>
        </p:txBody>
      </p:sp>
      <p:sp>
        <p:nvSpPr>
          <p:cNvPr id="9" name="矩形 8"/>
          <p:cNvSpPr/>
          <p:nvPr/>
        </p:nvSpPr>
        <p:spPr>
          <a:xfrm>
            <a:off x="2147393" y="116632"/>
            <a:ext cx="2004075" cy="572464"/>
          </a:xfrm>
          <a:prstGeom prst="rect">
            <a:avLst/>
          </a:prstGeom>
        </p:spPr>
        <p:txBody>
          <a:bodyPr wrap="none">
            <a:spAutoFit/>
          </a:bodyPr>
          <a:lstStyle/>
          <a:p>
            <a:pPr>
              <a:lnSpc>
                <a:spcPct val="130000"/>
              </a:lnSpc>
            </a:pPr>
            <a:endParaRPr lang="zh-CN" altLang="en-US" sz="2400" b="1" kern="0" dirty="0">
              <a:solidFill>
                <a:srgbClr val="FFC000"/>
              </a:solidFill>
              <a:latin typeface="微软雅黑" panose="020B0503020204020204" pitchFamily="34" charset="-122"/>
              <a:ea typeface="微软雅黑" panose="020B0503020204020204" pitchFamily="34" charset="-122"/>
            </a:endParaRPr>
          </a:p>
          <a:p>
            <a:pPr>
              <a:defRPr sz="2800" b="1"/>
            </a:pPr>
            <a:r>
              <a:t>3 可行性说明</a:t>
            </a:r>
          </a:p>
          <a:p>
            <a:br/>
            <a:pPr>
              <a:defRPr sz="1800"/>
            </a:pPr>
            <a:r>
              <a:t>科研研究基础：</a:t>
            </a:r>
          </a:p>
          <a:p>
            <a:pPr lvl="1">
              <a:defRPr sz="1600"/>
            </a:pPr>
            <a:r>
              <a:t>本单位作为主要承担单位，参与了国铁集团重点课题 N2023S005《铁路客站管控平台与既有旅客服务系统深化融合技术研究》，2025年通过验收，成果已在多个车站试点应用。</a:t>
            </a:r>
          </a:p>
          <a:p>
            <a:pPr lvl="1">
              <a:defRPr sz="1600"/>
            </a:pPr>
            <a:r>
              <a:t>形成的相关成果：</a:t>
            </a:r>
          </a:p>
          <a:p>
            <a:pPr lvl="2">
              <a:defRPr sz="1400"/>
            </a:pPr>
            <a:r>
              <a:t>• 专利：一种车站引导屏的闭环管理方法和系统、一种基于自适应策略的引导屏车次组合排序展示方法</a:t>
            </a:r>
          </a:p>
          <a:p>
            <a:pPr lvl="2">
              <a:defRPr sz="1400"/>
            </a:pPr>
            <a:r>
              <a:t>• 软著：《铁路旅客服务与生产管控平台旅客服务软件》V2.0</a:t>
            </a:r>
          </a:p>
          <a:p>
            <a:pPr lvl="2">
              <a:defRPr sz="1400"/>
            </a:pPr>
            <a:r>
              <a:t>• 论文：多篇SCI及核心期刊论文</a:t>
            </a:r>
          </a:p>
          <a:p>
            <a:br/>
            <a:pPr>
              <a:defRPr sz="1800"/>
            </a:pPr>
            <a:r>
              <a:t>产品应用情况：</a:t>
            </a:r>
          </a:p>
          <a:p>
            <a:pPr lvl="1">
              <a:defRPr sz="1600"/>
            </a:pPr>
            <a:r>
              <a:t>系统自2025年起在济南西站、西安北站试点，2025年底在重庆东站正式投入使用，覆盖多类显示终端，运行稳定，为标准修订提供了实际运行数据和应用反馈。</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2238348" y="857232"/>
            <a:ext cx="7972452" cy="4714908"/>
          </a:xfrm>
        </p:spPr>
        <p:txBody>
          <a:bodyPr/>
          <a:lstStyle/>
          <a:p>
            <a:pPr marL="0" indent="0">
              <a:lnSpc>
                <a:spcPct val="150000"/>
              </a:lnSpc>
              <a:buNone/>
            </a:pPr>
            <a:r>
              <a:rPr lang="zh-CN" altLang="en-US" sz="2000" dirty="0">
                <a:latin typeface="微软雅黑" panose="020B0503020204020204" pitchFamily="34" charset="-122"/>
                <a:ea typeface="微软雅黑" panose="020B0503020204020204" pitchFamily="34" charset="-122"/>
              </a:rPr>
              <a:t>第一章</a:t>
            </a:r>
            <a:r>
              <a:rPr lang="en-US" altLang="zh-CN" sz="2000" dirty="0">
                <a:latin typeface="微软雅黑" panose="020B0503020204020204" pitchFamily="34" charset="-122"/>
                <a:ea typeface="微软雅黑" panose="020B0503020204020204" pitchFamily="34" charset="-122"/>
              </a:rPr>
              <a:t>xx</a:t>
            </a:r>
            <a:r>
              <a:rPr lang="zh-CN" altLang="en-US" sz="2000" dirty="0">
                <a:latin typeface="微软雅黑" panose="020B0503020204020204" pitchFamily="34" charset="-122"/>
                <a:ea typeface="微软雅黑" panose="020B0503020204020204" pitchFamily="34" charset="-122"/>
              </a:rPr>
              <a:t>，内容</a:t>
            </a:r>
            <a:r>
              <a:rPr lang="en-US" altLang="zh-CN"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marL="0" indent="0">
              <a:lnSpc>
                <a:spcPct val="150000"/>
              </a:lnSpc>
              <a:buNone/>
            </a:pPr>
            <a:r>
              <a:rPr lang="zh-CN" altLang="en-US" sz="2000" dirty="0">
                <a:latin typeface="微软雅黑" panose="020B0503020204020204" pitchFamily="34" charset="-122"/>
                <a:ea typeface="微软雅黑" panose="020B0503020204020204" pitchFamily="34" charset="-122"/>
              </a:rPr>
              <a:t>第二章</a:t>
            </a:r>
            <a:r>
              <a:rPr lang="en-US" altLang="zh-CN" sz="2000" dirty="0">
                <a:latin typeface="微软雅黑" panose="020B0503020204020204" pitchFamily="34" charset="-122"/>
                <a:ea typeface="微软雅黑" panose="020B0503020204020204" pitchFamily="34" charset="-122"/>
              </a:rPr>
              <a:t>xx</a:t>
            </a:r>
            <a:r>
              <a:rPr lang="zh-CN" altLang="en-US" sz="2000" dirty="0">
                <a:latin typeface="微软雅黑" panose="020B0503020204020204" pitchFamily="34" charset="-122"/>
                <a:ea typeface="微软雅黑" panose="020B0503020204020204" pitchFamily="34" charset="-122"/>
              </a:rPr>
              <a:t>，内容</a:t>
            </a:r>
            <a:r>
              <a:rPr lang="en-US" altLang="zh-CN" sz="2000"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a:p>
            <a:pPr marL="0" indent="0">
              <a:lnSpc>
                <a:spcPct val="150000"/>
              </a:lnSpc>
              <a:buNone/>
            </a:pPr>
            <a:r>
              <a:rPr lang="zh-CN" altLang="en-US" sz="2000" dirty="0">
                <a:latin typeface="微软雅黑" panose="020B0503020204020204" pitchFamily="34" charset="-122"/>
                <a:ea typeface="微软雅黑" panose="020B0503020204020204" pitchFamily="34" charset="-122"/>
              </a:rPr>
              <a:t>第三章</a:t>
            </a:r>
            <a:r>
              <a:rPr lang="en-US" altLang="zh-CN" sz="2000" dirty="0">
                <a:latin typeface="微软雅黑" panose="020B0503020204020204" pitchFamily="34" charset="-122"/>
                <a:ea typeface="微软雅黑" panose="020B0503020204020204" pitchFamily="34" charset="-122"/>
              </a:rPr>
              <a:t>xx</a:t>
            </a:r>
            <a:r>
              <a:rPr lang="zh-CN" altLang="en-US" sz="2000" dirty="0">
                <a:latin typeface="微软雅黑" panose="020B0503020204020204" pitchFamily="34" charset="-122"/>
                <a:ea typeface="微软雅黑" panose="020B0503020204020204" pitchFamily="34" charset="-122"/>
              </a:rPr>
              <a:t>，内容</a:t>
            </a:r>
            <a:r>
              <a:rPr lang="en-US" altLang="zh-CN" sz="2000" dirty="0">
                <a:latin typeface="微软雅黑" panose="020B0503020204020204" pitchFamily="34" charset="-122"/>
                <a:ea typeface="微软雅黑" panose="020B0503020204020204" pitchFamily="34" charset="-122"/>
              </a:rPr>
              <a:t>……</a:t>
            </a:r>
            <a:endParaRPr lang="zh-CN" altLang="en-US" sz="2000" b="1" dirty="0">
              <a:latin typeface="微软雅黑" panose="020B0503020204020204" pitchFamily="34" charset="-122"/>
              <a:ea typeface="微软雅黑" panose="020B0503020204020204" pitchFamily="34" charset="-122"/>
            </a:endParaRPr>
          </a:p>
          <a:p>
            <a:pPr marL="0" indent="0">
              <a:lnSpc>
                <a:spcPct val="150000"/>
              </a:lnSpc>
              <a:buNone/>
            </a:pPr>
            <a:endParaRPr lang="en-US" altLang="zh-CN" sz="2000" b="1" dirty="0">
              <a:latin typeface="微软雅黑" panose="020B0503020204020204" pitchFamily="34" charset="-122"/>
              <a:ea typeface="微软雅黑" panose="020B0503020204020204" pitchFamily="34" charset="-122"/>
            </a:endParaRPr>
          </a:p>
          <a:p>
            <a:pPr marL="0" indent="0">
              <a:lnSpc>
                <a:spcPct val="150000"/>
              </a:lnSpc>
              <a:buNone/>
            </a:pPr>
            <a:endParaRPr lang="zh-CN" altLang="en-US" sz="2000" b="1"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pPr>
              <a:defRPr/>
            </a:pPr>
            <a:fld id="{8F0FC8C0-A209-4741-AB57-8074DC014715}" type="slidenum">
              <a:rPr lang="zh-CN" altLang="en-US" smtClean="0"/>
            </a:fld>
            <a:endParaRPr lang="zh-CN" altLang="en-US"/>
          </a:p>
        </p:txBody>
      </p:sp>
      <p:sp>
        <p:nvSpPr>
          <p:cNvPr id="9" name="矩形 8"/>
          <p:cNvSpPr/>
          <p:nvPr/>
        </p:nvSpPr>
        <p:spPr>
          <a:xfrm>
            <a:off x="2147392" y="116632"/>
            <a:ext cx="6252845" cy="570865"/>
          </a:xfrm>
          <a:prstGeom prst="rect">
            <a:avLst/>
          </a:prstGeom>
        </p:spPr>
        <p:txBody>
          <a:bodyPr wrap="none">
            <a:spAutoFit/>
          </a:bodyPr>
          <a:lstStyle/>
          <a:p>
            <a:pPr algn="l">
              <a:lnSpc>
                <a:spcPct val="130000"/>
              </a:lnSpc>
            </a:pPr>
            <a:endParaRPr lang="zh-CN" altLang="en-US" sz="2400" b="1" kern="0" dirty="0">
              <a:solidFill>
                <a:srgbClr val="FFC000"/>
              </a:solidFill>
              <a:latin typeface="微软雅黑" panose="020B0503020204020204" pitchFamily="34" charset="-122"/>
              <a:ea typeface="微软雅黑" panose="020B0503020204020204" pitchFamily="34" charset="-122"/>
            </a:endParaRPr>
          </a:p>
          <a:p>
            <a:pPr>
              <a:defRPr sz="2800" b="1"/>
            </a:pPr>
            <a:r>
              <a:t>4 标准章节结构及内容说明</a:t>
            </a:r>
          </a:p>
          <a:p>
            <a:br/>
            <a:pPr>
              <a:defRPr sz="1800"/>
            </a:pPr>
            <a:r>
              <a:t>本次标准修订主要内容：</a:t>
            </a:r>
          </a:p>
          <a:p>
            <a:pPr lvl="1">
              <a:defRPr sz="1600"/>
            </a:pPr>
            <a:r>
              <a:t>1. 引导屏控制卡回读功能标准化：新增回读功能技术要求，实现终端设备运行状态实时监控与远程诊断</a:t>
            </a:r>
          </a:p>
          <a:p>
            <a:pPr lvl="1">
              <a:defRPr sz="1600"/>
            </a:pPr>
            <a:r>
              <a:t>2. 加密审计机制引入：在系统通信、数据存储、信息展示等关键环节引入加密与审计机制，确保内容安全可追溯</a:t>
            </a:r>
          </a:p>
          <a:p>
            <a:pPr lvl="1">
              <a:defRPr sz="1600"/>
            </a:pPr>
            <a:r>
              <a:t>3. 全彩显示屏版式规范统一：制定信息展示版式规范，涵盖字体、颜色、布局、动画效果等，提升信息可读性</a:t>
            </a:r>
          </a:p>
          <a:p>
            <a:pPr lvl="1">
              <a:defRPr sz="1600"/>
            </a:pPr>
            <a:r>
              <a:t>4. 新型显示技术适配：结合Mini LED等新型显示技术和智能控制单元，修订设备性能、通信协议、控制方式等指标</a:t>
            </a:r>
          </a:p>
          <a:p>
            <a:pPr lvl="1">
              <a:defRPr sz="1600"/>
            </a:pPr>
            <a:r>
              <a:t>5. 系统通信与接口标准化：明确与集成管理平台的通信协议、数据格式、接口规范</a:t>
            </a:r>
          </a:p>
          <a:p>
            <a:pPr lvl="1">
              <a:defRPr sz="1600"/>
            </a:pPr>
            <a:r>
              <a:t>6. 设备性能与可靠性提升：对各类设备的性能指标、工作环境、防护等级、电磁兼容性等提出要求</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2238348" y="857232"/>
            <a:ext cx="7972452" cy="4714908"/>
          </a:xfrm>
        </p:spPr>
        <p:txBody>
          <a:bodyPr/>
          <a:lstStyle/>
          <a:p>
            <a:pPr marL="0" indent="0">
              <a:lnSpc>
                <a:spcPct val="150000"/>
              </a:lnSpc>
              <a:buNone/>
            </a:pPr>
            <a:endParaRPr lang="en-US" altLang="zh-CN" sz="2000" b="1" dirty="0">
              <a:latin typeface="微软雅黑" panose="020B0503020204020204" pitchFamily="34" charset="-122"/>
              <a:ea typeface="微软雅黑" panose="020B0503020204020204" pitchFamily="34" charset="-122"/>
            </a:endParaRPr>
          </a:p>
          <a:p>
            <a:pPr marL="0" indent="0">
              <a:lnSpc>
                <a:spcPct val="150000"/>
              </a:lnSpc>
              <a:buNone/>
            </a:pPr>
            <a:endParaRPr lang="zh-CN" altLang="en-US" sz="2000" b="1"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12"/>
          </p:nvPr>
        </p:nvSpPr>
        <p:spPr/>
        <p:txBody>
          <a:bodyPr/>
          <a:lstStyle/>
          <a:p>
            <a:pPr>
              <a:defRPr/>
            </a:pPr>
            <a:fld id="{8F0FC8C0-A209-4741-AB57-8074DC014715}" type="slidenum">
              <a:rPr lang="zh-CN" altLang="en-US" smtClean="0"/>
            </a:fld>
            <a:endParaRPr lang="zh-CN" altLang="en-US"/>
          </a:p>
        </p:txBody>
      </p:sp>
      <p:sp>
        <p:nvSpPr>
          <p:cNvPr id="9" name="矩形 8"/>
          <p:cNvSpPr/>
          <p:nvPr/>
        </p:nvSpPr>
        <p:spPr>
          <a:xfrm>
            <a:off x="2147392" y="116632"/>
            <a:ext cx="3542958" cy="572464"/>
          </a:xfrm>
          <a:prstGeom prst="rect">
            <a:avLst/>
          </a:prstGeom>
        </p:spPr>
        <p:txBody>
          <a:bodyPr wrap="none">
            <a:spAutoFit/>
          </a:bodyPr>
          <a:lstStyle/>
          <a:p>
            <a:pPr>
              <a:lnSpc>
                <a:spcPct val="130000"/>
              </a:lnSpc>
            </a:pPr>
            <a:endParaRPr lang="en-US" altLang="zh-CN" sz="2400" b="1" dirty="0">
              <a:solidFill>
                <a:srgbClr val="033F9A"/>
              </a:solidFill>
              <a:latin typeface="微软雅黑" panose="020B0503020204020204" pitchFamily="34" charset="-122"/>
              <a:ea typeface="微软雅黑" panose="020B0503020204020204" pitchFamily="34" charset="-122"/>
            </a:endParaRPr>
          </a:p>
          <a:p>
            <a:pPr>
              <a:defRPr sz="2800" b="1"/>
            </a:pPr>
            <a:r>
              <a:t>5 标准制定工作进度计划</a:t>
            </a:r>
          </a:p>
          <a:p>
            <a:br/>
            <a:pPr lvl="1">
              <a:defRPr sz="1800"/>
            </a:pPr>
            <a:r>
              <a:t>• 2026年1-3月：成立标准编制组，开展需求调研和资料收集</a:t>
            </a:r>
          </a:p>
          <a:p>
            <a:pPr lvl="1">
              <a:defRPr sz="1800"/>
            </a:pPr>
            <a:r>
              <a:t>• 2026年4-6月：完成标准草案编写，开展内部评审</a:t>
            </a:r>
          </a:p>
          <a:p>
            <a:pPr lvl="1">
              <a:defRPr sz="1800"/>
            </a:pPr>
            <a:r>
              <a:t>• 2026年7-9月：广泛征求意见，修改完善形成标准送审稿</a:t>
            </a:r>
          </a:p>
          <a:p>
            <a:pPr lvl="1">
              <a:defRPr sz="1800"/>
            </a:pPr>
            <a:r>
              <a:t>• 2026年10-12月：通过专家审查，形成标准报批稿</a:t>
            </a:r>
          </a:p>
        </p:txBody>
      </p:sp>
      <p:graphicFrame>
        <p:nvGraphicFramePr>
          <p:cNvPr id="7" name="Group 33"/>
          <p:cNvGraphicFramePr>
            <a:graphicFrameLocks noGrp="1"/>
          </p:cNvGraphicFramePr>
          <p:nvPr/>
        </p:nvGraphicFramePr>
        <p:xfrm>
          <a:off x="1831138" y="1196752"/>
          <a:ext cx="8873374" cy="4202592"/>
        </p:xfrm>
        <a:graphic>
          <a:graphicData uri="http://schemas.openxmlformats.org/drawingml/2006/table">
            <a:tbl>
              <a:tblPr/>
              <a:tblGrid>
                <a:gridCol w="2042385"/>
                <a:gridCol w="5171741"/>
                <a:gridCol w="1659248"/>
              </a:tblGrid>
              <a:tr h="698815">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2" charset="-122"/>
                          <a:cs typeface="Times New Roman" panose="02020603050405020304" pitchFamily="18" charset="0"/>
                        </a:rPr>
                        <a:t>起止时间</a:t>
                      </a:r>
                      <a:endParaRPr kumimoji="0" lang="zh-CN" altLang="en-US" sz="2000" b="1" i="0" u="none" strike="noStrike" cap="none" normalizeH="0" baseline="0" dirty="0">
                        <a:ln>
                          <a:noFill/>
                        </a:ln>
                        <a:solidFill>
                          <a:schemeClr val="tx1"/>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2F2F2"/>
                    </a:solid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2000" b="1" i="0" u="none" strike="noStrike" kern="1200" cap="none" normalizeH="0" baseline="0" dirty="0">
                          <a:ln>
                            <a:noFill/>
                          </a:ln>
                          <a:solidFill>
                            <a:schemeClr val="tx1"/>
                          </a:solidFill>
                          <a:effectLst/>
                          <a:latin typeface="Times New Roman" panose="02020603050405020304" pitchFamily="18" charset="0"/>
                          <a:ea typeface="黑体" panose="02010609060101010101" pitchFamily="2" charset="-122"/>
                          <a:cs typeface="Times New Roman" panose="02020603050405020304" pitchFamily="18" charset="0"/>
                        </a:rPr>
                        <a:t>工作内容</a:t>
                      </a:r>
                      <a:endParaRPr kumimoji="0" lang="zh-CN" altLang="en-US" sz="2000" b="1" i="0" u="none" strike="noStrike" kern="1200" cap="none" normalizeH="0" baseline="0" dirty="0">
                        <a:ln>
                          <a:noFill/>
                        </a:ln>
                        <a:solidFill>
                          <a:schemeClr val="tx1"/>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2F2F2"/>
                    </a:solidFill>
                  </a:tcPr>
                </a:tc>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r>
                        <a:rPr kumimoji="0" lang="zh-CN" altLang="en-US" sz="2000" b="1" i="0" u="none" strike="noStrike" kern="1200" cap="none" normalizeH="0" baseline="0" dirty="0">
                          <a:ln>
                            <a:noFill/>
                          </a:ln>
                          <a:solidFill>
                            <a:schemeClr val="tx1"/>
                          </a:solidFill>
                          <a:effectLst/>
                          <a:latin typeface="Times New Roman" panose="02020603050405020304" pitchFamily="18" charset="0"/>
                          <a:ea typeface="黑体" panose="02010609060101010101" pitchFamily="2" charset="-122"/>
                          <a:cs typeface="Times New Roman" panose="02020603050405020304" pitchFamily="18" charset="0"/>
                        </a:rPr>
                        <a:t>输入成果物</a:t>
                      </a:r>
                      <a:endParaRPr kumimoji="0" lang="zh-CN" altLang="en-US" sz="2000" b="1" i="0" u="none" strike="noStrike" kern="1200" cap="none" normalizeH="0" baseline="0" dirty="0">
                        <a:ln>
                          <a:noFill/>
                        </a:ln>
                        <a:solidFill>
                          <a:schemeClr val="tx1"/>
                        </a:solidFill>
                        <a:effectLst/>
                        <a:latin typeface="Times New Roman" panose="02020603050405020304" pitchFamily="18" charset="0"/>
                        <a:ea typeface="黑体" panose="02010609060101010101" pitchFamily="2" charset="-122"/>
                        <a:cs typeface="Times New Roman" panose="02020603050405020304" pitchFamily="18"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2F2F2"/>
                    </a:solidFill>
                  </a:tcPr>
                </a:tc>
              </a:tr>
              <a:tr h="860748">
                <a:tc>
                  <a:txBody>
                    <a:bodyPr/>
                    <a:lstStyle>
                      <a:lvl1pPr eaLnBrk="0" hangingPunct="0">
                        <a:spcBef>
                          <a:spcPct val="20000"/>
                        </a:spcBef>
                        <a:defRPr sz="2800">
                          <a:solidFill>
                            <a:schemeClr val="tx1"/>
                          </a:solidFill>
                          <a:latin typeface="Arial" panose="020B0604020202020204" pitchFamily="34" charset="0"/>
                        </a:defRPr>
                      </a:lvl1pPr>
                      <a:lvl2pPr eaLnBrk="0" hangingPunct="0">
                        <a:spcBef>
                          <a:spcPct val="20000"/>
                        </a:spcBef>
                        <a:defRPr sz="2400">
                          <a:solidFill>
                            <a:schemeClr val="tx1"/>
                          </a:solidFill>
                          <a:latin typeface="Arial" panose="020B0604020202020204" pitchFamily="34" charset="0"/>
                        </a:defRPr>
                      </a:lvl2pPr>
                      <a:lvl3pPr eaLnBrk="0" hangingPunct="0">
                        <a:spcBef>
                          <a:spcPct val="20000"/>
                        </a:spcBef>
                        <a:defRPr sz="2000">
                          <a:solidFill>
                            <a:schemeClr val="tx1"/>
                          </a:solidFill>
                          <a:latin typeface="Arial" panose="020B0604020202020204" pitchFamily="34" charset="0"/>
                        </a:defRPr>
                      </a:lvl3pPr>
                      <a:lvl4pPr eaLnBrk="0" hangingPunct="0">
                        <a:spcBef>
                          <a:spcPct val="20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20000"/>
                        </a:spcBef>
                        <a:spcAft>
                          <a:spcPct val="0"/>
                        </a:spcAft>
                        <a:buClrTx/>
                        <a:buSzTx/>
                        <a:buFontTx/>
                        <a:buNone/>
                      </a:pPr>
                      <a:endParaRPr lang="en-US" altLang="zh-CN" sz="1800" b="1" i="1" kern="1200"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defRPr/>
                      </a:pPr>
                      <a:endParaRPr lang="zh-CN" altLang="en-US" sz="1800" b="1" i="1" kern="1200" dirty="0">
                        <a:solidFill>
                          <a:srgbClr val="000066"/>
                        </a:solidFill>
                        <a:latin typeface="华文中宋" panose="02010600040101010101" pitchFamily="2" charset="-122"/>
                        <a:ea typeface="华文中宋" panose="02010600040101010101" pitchFamily="2" charset="-122"/>
                        <a:cs typeface="+mn-cs"/>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lang="zh-CN" altLang="en-US" sz="1800" b="1" kern="1200" dirty="0">
                          <a:solidFill>
                            <a:srgbClr val="000066"/>
                          </a:solidFill>
                          <a:latin typeface="华文中宋" panose="02010600040101010101" pitchFamily="2" charset="-122"/>
                          <a:ea typeface="华文中宋" panose="02010600040101010101" pitchFamily="2" charset="-122"/>
                          <a:cs typeface="+mn-cs"/>
                        </a:rPr>
                        <a:t>征求意见稿</a:t>
                      </a:r>
                      <a:endParaRPr lang="zh-CN" altLang="en-US" sz="1800" b="1" kern="1200" dirty="0">
                        <a:solidFill>
                          <a:srgbClr val="000066"/>
                        </a:solidFill>
                        <a:latin typeface="华文中宋" panose="02010600040101010101" pitchFamily="2" charset="-122"/>
                        <a:ea typeface="华文中宋" panose="02010600040101010101" pitchFamily="2" charset="-122"/>
                        <a:cs typeface="+mn-cs"/>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88709">
                <a:tc>
                  <a:txBody>
                    <a:bodyPr/>
                    <a:lstStyle/>
                    <a:p>
                      <a:pPr marL="0" marR="0" lvl="0" indent="0" algn="ctr" defTabSz="914400" rtl="0" eaLnBrk="0" fontAlgn="base" latinLnBrk="0" hangingPunct="0">
                        <a:lnSpc>
                          <a:spcPct val="100000"/>
                        </a:lnSpc>
                        <a:spcBef>
                          <a:spcPct val="20000"/>
                        </a:spcBef>
                        <a:spcAft>
                          <a:spcPct val="0"/>
                        </a:spcAft>
                        <a:buClrTx/>
                        <a:buSzTx/>
                        <a:buFontTx/>
                        <a:buNone/>
                        <a:defRPr/>
                      </a:pPr>
                      <a:endParaRPr lang="en-US" altLang="zh-CN" sz="1800" b="1" i="1" kern="1200"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defRPr/>
                      </a:pPr>
                      <a:endParaRPr lang="zh-CN" altLang="en-US" sz="1800" b="1" i="1" kern="1200" dirty="0">
                        <a:solidFill>
                          <a:srgbClr val="000066"/>
                        </a:solidFill>
                        <a:latin typeface="华文中宋" panose="02010600040101010101" pitchFamily="2" charset="-122"/>
                        <a:ea typeface="华文中宋" panose="02010600040101010101" pitchFamily="2" charset="-122"/>
                        <a:cs typeface="+mn-cs"/>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defRPr/>
                      </a:pPr>
                      <a:r>
                        <a:rPr lang="zh-CN" altLang="en-US" sz="1800" b="1" kern="1200" dirty="0">
                          <a:solidFill>
                            <a:srgbClr val="000066"/>
                          </a:solidFill>
                          <a:latin typeface="华文中宋" panose="02010600040101010101" pitchFamily="2" charset="-122"/>
                          <a:ea typeface="华文中宋" panose="02010600040101010101" pitchFamily="2" charset="-122"/>
                          <a:cs typeface="+mn-cs"/>
                        </a:rPr>
                        <a:t>送审稿</a:t>
                      </a:r>
                      <a:endParaRPr lang="zh-CN" altLang="en-US" sz="1800" b="1" kern="1200" dirty="0">
                        <a:solidFill>
                          <a:srgbClr val="000066"/>
                        </a:solidFill>
                        <a:latin typeface="华文中宋" panose="02010600040101010101" pitchFamily="2" charset="-122"/>
                        <a:ea typeface="华文中宋" panose="02010600040101010101" pitchFamily="2" charset="-122"/>
                        <a:cs typeface="+mn-cs"/>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15424">
                <a:tc>
                  <a:txBody>
                    <a:bodyPr/>
                    <a:lstStyle/>
                    <a:p>
                      <a:pPr marL="0" marR="0" lvl="0" indent="0" algn="ctr" defTabSz="914400" rtl="0" eaLnBrk="0" fontAlgn="base" latinLnBrk="0" hangingPunct="0">
                        <a:lnSpc>
                          <a:spcPct val="100000"/>
                        </a:lnSpc>
                        <a:spcBef>
                          <a:spcPct val="20000"/>
                        </a:spcBef>
                        <a:spcAft>
                          <a:spcPct val="0"/>
                        </a:spcAft>
                        <a:buClrTx/>
                        <a:buSzTx/>
                        <a:buFontTx/>
                        <a:buNone/>
                        <a:defRPr/>
                      </a:pPr>
                      <a:endParaRPr lang="en-US" altLang="zh-CN" sz="1800" b="1" i="1" kern="1200"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defRPr/>
                      </a:pPr>
                      <a:endParaRPr lang="zh-CN" altLang="en-US" sz="1800" b="1" i="1" kern="1200" dirty="0">
                        <a:solidFill>
                          <a:srgbClr val="000066"/>
                        </a:solidFill>
                        <a:latin typeface="华文中宋" panose="02010600040101010101" pitchFamily="2" charset="-122"/>
                        <a:ea typeface="华文中宋" panose="02010600040101010101" pitchFamily="2" charset="-122"/>
                        <a:cs typeface="+mn-cs"/>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lang="zh-CN" altLang="en-US" sz="1800" b="1" kern="1200" dirty="0">
                          <a:solidFill>
                            <a:srgbClr val="000066"/>
                          </a:solidFill>
                          <a:latin typeface="华文中宋" panose="02010600040101010101" pitchFamily="2" charset="-122"/>
                          <a:ea typeface="华文中宋" panose="02010600040101010101" pitchFamily="2" charset="-122"/>
                          <a:cs typeface="+mn-cs"/>
                        </a:rPr>
                        <a:t>审查会</a:t>
                      </a:r>
                      <a:endParaRPr lang="zh-CN" altLang="en-US" sz="1800" b="1" kern="1200" dirty="0">
                        <a:solidFill>
                          <a:srgbClr val="000066"/>
                        </a:solidFill>
                        <a:latin typeface="华文中宋" panose="02010600040101010101" pitchFamily="2" charset="-122"/>
                        <a:ea typeface="华文中宋" panose="02010600040101010101" pitchFamily="2" charset="-122"/>
                        <a:cs typeface="+mn-cs"/>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38896">
                <a:tc>
                  <a:txBody>
                    <a:bodyPr/>
                    <a:lstStyle/>
                    <a:p>
                      <a:pPr marL="0" marR="0" lvl="0" indent="0" algn="ctr" defTabSz="914400" rtl="0" eaLnBrk="0" fontAlgn="base" latinLnBrk="0" hangingPunct="0">
                        <a:lnSpc>
                          <a:spcPct val="100000"/>
                        </a:lnSpc>
                        <a:spcBef>
                          <a:spcPct val="20000"/>
                        </a:spcBef>
                        <a:spcAft>
                          <a:spcPct val="0"/>
                        </a:spcAft>
                        <a:buClrTx/>
                        <a:buSzTx/>
                        <a:buFontTx/>
                        <a:buNone/>
                        <a:defRPr/>
                      </a:pPr>
                      <a:endParaRPr lang="en-US" altLang="zh-CN" sz="1800" b="1" i="1" kern="1200" dirty="0">
                        <a:solidFill>
                          <a:srgbClr val="000066"/>
                        </a:solidFill>
                        <a:latin typeface="Times New Roman" panose="02020603050405020304" pitchFamily="18" charset="0"/>
                        <a:ea typeface="华文中宋" panose="02010600040101010101" pitchFamily="2" charset="-122"/>
                        <a:cs typeface="Times New Roman" panose="02020603050405020304" pitchFamily="18"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defRPr/>
                      </a:pPr>
                      <a:endParaRPr lang="zh-CN" altLang="en-US" sz="1700" b="1" i="1" kern="1200" dirty="0">
                        <a:solidFill>
                          <a:srgbClr val="000066"/>
                        </a:solidFill>
                        <a:latin typeface="华文中宋" panose="02010600040101010101" pitchFamily="2" charset="-122"/>
                        <a:ea typeface="华文中宋" panose="02010600040101010101" pitchFamily="2" charset="-122"/>
                        <a:cs typeface="+mn-cs"/>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pPr>
                      <a:r>
                        <a:rPr lang="zh-CN" altLang="en-US" sz="1800" b="1" kern="1200" dirty="0">
                          <a:solidFill>
                            <a:srgbClr val="000066"/>
                          </a:solidFill>
                          <a:latin typeface="华文中宋" panose="02010600040101010101" pitchFamily="2" charset="-122"/>
                          <a:ea typeface="华文中宋" panose="02010600040101010101" pitchFamily="2" charset="-122"/>
                          <a:cs typeface="+mn-cs"/>
                        </a:rPr>
                        <a:t>报批稿</a:t>
                      </a:r>
                      <a:endParaRPr lang="zh-CN" altLang="en-US" sz="1800" b="1" kern="1200" dirty="0">
                        <a:solidFill>
                          <a:srgbClr val="000066"/>
                        </a:solidFill>
                        <a:latin typeface="华文中宋" panose="02010600040101010101" pitchFamily="2" charset="-122"/>
                        <a:ea typeface="华文中宋" panose="02010600040101010101" pitchFamily="2" charset="-122"/>
                        <a:cs typeface="+mn-cs"/>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矩形 5"/>
          <p:cNvSpPr>
            <a:spLocks noChangeArrowheads="1"/>
          </p:cNvSpPr>
          <p:nvPr/>
        </p:nvSpPr>
        <p:spPr bwMode="auto">
          <a:xfrm>
            <a:off x="8953500" y="6019800"/>
            <a:ext cx="1289050" cy="338138"/>
          </a:xfrm>
          <a:prstGeom prst="rect">
            <a:avLst/>
          </a:prstGeom>
          <a:noFill/>
          <a:ln w="9525">
            <a:noFill/>
            <a:miter lim="800000"/>
          </a:ln>
        </p:spPr>
        <p:txBody>
          <a:bodyPr wrap="none">
            <a:spAutoFit/>
          </a:bodyPr>
          <a:lstStyle/>
          <a:p>
            <a:r>
              <a:rPr lang="en-US" altLang="zh-CN" sz="1600" b="1" dirty="0">
                <a:solidFill>
                  <a:srgbClr val="8FC31F"/>
                </a:solidFill>
                <a:latin typeface="Calibri" panose="020F0502020204030204" pitchFamily="34" charset="0"/>
              </a:rPr>
              <a:t>www.rails.cn</a:t>
            </a:r>
            <a:endParaRPr lang="zh-CN" altLang="en-US" sz="1600" b="1">
              <a:solidFill>
                <a:srgbClr val="8FC31F"/>
              </a:solidFill>
              <a:latin typeface="Calibri" panose="020F0502020204030204" pitchFamily="34" charset="0"/>
            </a:endParaRPr>
          </a:p>
        </p:txBody>
      </p:sp>
      <p:sp>
        <p:nvSpPr>
          <p:cNvPr id="9219" name="矩形 6"/>
          <p:cNvSpPr>
            <a:spLocks noChangeArrowheads="1"/>
          </p:cNvSpPr>
          <p:nvPr/>
        </p:nvSpPr>
        <p:spPr bwMode="auto">
          <a:xfrm>
            <a:off x="4524375" y="2571751"/>
            <a:ext cx="3214688" cy="1477963"/>
          </a:xfrm>
          <a:prstGeom prst="rect">
            <a:avLst/>
          </a:prstGeom>
          <a:noFill/>
          <a:ln w="9525">
            <a:noFill/>
            <a:miter lim="800000"/>
          </a:ln>
        </p:spPr>
        <p:txBody>
          <a:bodyPr>
            <a:spAutoFit/>
          </a:bodyPr>
          <a:lstStyle/>
          <a:p>
            <a:pPr algn="ctr"/>
            <a:r>
              <a:rPr lang="zh-CN" altLang="en-US" sz="4500" dirty="0">
                <a:solidFill>
                  <a:srgbClr val="004098"/>
                </a:solidFill>
                <a:latin typeface="微软雅黑" panose="020B0503020204020204" pitchFamily="34" charset="-122"/>
                <a:ea typeface="微软雅黑" panose="020B0503020204020204" pitchFamily="34" charset="-122"/>
              </a:rPr>
              <a:t>谢  谢</a:t>
            </a:r>
            <a:endParaRPr lang="en-US" altLang="zh-CN" sz="4500" dirty="0">
              <a:solidFill>
                <a:srgbClr val="004098"/>
              </a:solidFill>
              <a:latin typeface="微软雅黑" panose="020B0503020204020204" pitchFamily="34" charset="-122"/>
              <a:ea typeface="微软雅黑" panose="020B0503020204020204" pitchFamily="34" charset="-122"/>
            </a:endParaRPr>
          </a:p>
          <a:p>
            <a:endParaRPr lang="zh-CN" altLang="en-US" sz="4500" dirty="0">
              <a:solidFill>
                <a:srgbClr val="004098"/>
              </a:solidFill>
              <a:latin typeface="微软雅黑" panose="020B0503020204020204" pitchFamily="34" charset="-122"/>
              <a:ea typeface="微软雅黑" panose="020B0503020204020204" pitchFamily="34" charset="-122"/>
            </a:endParaRPr>
          </a:p>
        </p:txBody>
      </p:sp>
      <p:sp>
        <p:nvSpPr>
          <p:cNvPr id="9220" name="矩形 7"/>
          <p:cNvSpPr>
            <a:spLocks noChangeArrowheads="1"/>
          </p:cNvSpPr>
          <p:nvPr/>
        </p:nvSpPr>
        <p:spPr bwMode="auto">
          <a:xfrm>
            <a:off x="4738688" y="3571876"/>
            <a:ext cx="2832100" cy="708025"/>
          </a:xfrm>
          <a:prstGeom prst="rect">
            <a:avLst/>
          </a:prstGeom>
          <a:noFill/>
          <a:ln w="9525">
            <a:noFill/>
            <a:miter lim="800000"/>
          </a:ln>
        </p:spPr>
        <p:txBody>
          <a:bodyPr wrap="none">
            <a:spAutoFit/>
          </a:bodyPr>
          <a:lstStyle/>
          <a:p>
            <a:r>
              <a:rPr lang="en-US" altLang="zh-CN" sz="4000" dirty="0">
                <a:solidFill>
                  <a:srgbClr val="004098"/>
                </a:solidFill>
                <a:latin typeface="Calibri" panose="020F0502020204030204" pitchFamily="34" charset="0"/>
              </a:rPr>
              <a:t>THANK YOU!</a:t>
            </a:r>
            <a:endParaRPr lang="zh-CN" altLang="en-US" sz="4000">
              <a:solidFill>
                <a:srgbClr val="004098"/>
              </a:solidFill>
              <a:latin typeface="Calibri" panose="020F0502020204030204" pitchFamily="34" charset="0"/>
            </a:endParaRPr>
          </a:p>
        </p:txBody>
      </p:sp>
      <p:sp>
        <p:nvSpPr>
          <p:cNvPr id="3" name="灯片编号占位符 2"/>
          <p:cNvSpPr>
            <a:spLocks noGrp="1"/>
          </p:cNvSpPr>
          <p:nvPr>
            <p:ph type="sldNum" sz="quarter" idx="12"/>
          </p:nvPr>
        </p:nvSpPr>
        <p:spPr/>
        <p:txBody>
          <a:bodyPr/>
          <a:lstStyle/>
          <a:p>
            <a:pPr>
              <a:defRPr/>
            </a:pPr>
            <a:fld id="{8BB15AE5-8850-40B9-9C48-C363DA3B7F89}" type="slidenum">
              <a:rPr lang="zh-CN" altLang="en-US"/>
            </a:fld>
            <a:endParaRPr lang="zh-CN" altLang="en-US"/>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commondata" val="eyJoZGlkIjoiMDljYzUzMWQ4OWI0YzBkYjYzMDRhZTY5ZjZkYmFmYTgifQ=="/>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822</Words>
  <Application>WPS 演示</Application>
  <PresentationFormat>宽屏</PresentationFormat>
  <Paragraphs>122</Paragraphs>
  <Slides>9</Slides>
  <Notes>8</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9</vt:i4>
      </vt:variant>
    </vt:vector>
  </HeadingPairs>
  <TitlesOfParts>
    <vt:vector size="21" baseType="lpstr">
      <vt:lpstr>Arial</vt:lpstr>
      <vt:lpstr>宋体</vt:lpstr>
      <vt:lpstr>Wingdings</vt:lpstr>
      <vt:lpstr>微软雅黑</vt:lpstr>
      <vt:lpstr>黑体</vt:lpstr>
      <vt:lpstr>楷体</vt:lpstr>
      <vt:lpstr>Calibri</vt:lpstr>
      <vt:lpstr>Times New Roman</vt:lpstr>
      <vt:lpstr>华文中宋</vt:lpstr>
      <vt:lpstr>Arial Unicode MS</vt:lpstr>
      <vt:lpstr>Calibri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fangxing</dc:creator>
  <cp:lastModifiedBy>qq</cp:lastModifiedBy>
  <cp:revision>736</cp:revision>
  <dcterms:created xsi:type="dcterms:W3CDTF">2014-12-24T04:31:00Z</dcterms:created>
  <dcterms:modified xsi:type="dcterms:W3CDTF">2024-02-05T01:41:48Z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2052-12.1.0.16120</vt:lpwstr>
  </property>
  <property fmtid="{D5CDD505-2E9C-101B-9397-08002B2CF9AE}" pid="3" name="KSORubyTemplateID">
    <vt:lpwstr>8</vt:lpwstr>
  </property>
  <property fmtid="{D5CDD505-2E9C-101B-9397-08002B2CF9AE}" pid="4" name="ICV">
    <vt:lpwstr>462AA3D9197A4B24BC04FB090E55D4B3_12</vt:lpwstr>
  </property>
</Properties>
</file>