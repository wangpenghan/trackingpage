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管控平台工程部署建设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11480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新建车站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项目计划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9-10月完成系统评审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同步开展配置技术条件编制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新建线路按技术条件建设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信创设置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服务器资源：国铁集团、路局、车站三级信创设置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软件配置：虚拟化、数据库软件采用信创产品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中间件：均采用信创设置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• 资源投入：整体数量和费用高于1.0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77240"/>
            <a:ext cx="411480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🔧 既有车站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武清资源申请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874520"/>
            <a:ext cx="320040" cy="3200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路局前置资源配置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377440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车站情况调研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880360"/>
            <a:ext cx="320040" cy="3200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车站资源配置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调研内容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7033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网络环境 | 站场环境 | 设备情况 | 人员配置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业务流程 | 安全风险 | 应急处置</a:t>
            </a:r>
            <a:endParaRPr lang="en-US" sz="9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2026-05-19T09:56:16Z</dcterms:created>
  <dcterms:modified xsi:type="dcterms:W3CDTF">2026-05-19T09:56:16Z</dcterms:modified>
</cp:coreProperties>
</file>