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车站情况调研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E3F2FD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" y="1033272"/>
            <a:ext cx="502920" cy="50292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76D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既有站场环境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2505456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南昌西站：高架候车室+上进下出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进站口：东/西/北 3个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人脸闸机：东9台、西6台、北11台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安检机：全站19台（北9/东6/西4）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候车室：1个，22个检票口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物理站台：11个，停靠站台：22个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股道：26条，正线：4条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出站口：6个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8F5E9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033272"/>
            <a:ext cx="502920" cy="50292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69080" y="1069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旅服既有设备情况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1645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售票区域：2个开放式+1个自助厅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1号售票处：10个人工窗口+8台自动售取票机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86868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F3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3952" y="1033272"/>
            <a:ext cx="502920" cy="50292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10698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人员配置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164592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管理人员、技术人员、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操作人员配置情况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1031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F3E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3456432" y="2267712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1" name="Text 19"/>
          <p:cNvSpPr/>
          <p:nvPr/>
        </p:nvSpPr>
        <p:spPr>
          <a:xfrm>
            <a:off x="3456432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69080" y="230428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人员工作安排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56432" y="288036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岗位职责、排班制度、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工作分工安排情况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10312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E0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3952" y="2267712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23042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7A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设备管理监控业务流程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73952" y="288036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设备巡检、故障报修、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维护保养、监控管理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33756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FFEBEE"/>
          </a:solidFill>
          <a:ln/>
        </p:spPr>
      </p:sp>
      <p:sp>
        <p:nvSpPr>
          <p:cNvPr id="30" name="Shape 28"/>
          <p:cNvSpPr/>
          <p:nvPr/>
        </p:nvSpPr>
        <p:spPr>
          <a:xfrm>
            <a:off x="3456432" y="3502152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⚠️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69080" y="35387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安全风险作业情况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56432" y="411480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高风险作业识别评估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安全防护措施落实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作业许可管理制度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隐患排查治理机制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33375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8E1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3952" y="3502152"/>
            <a:ext cx="502920" cy="502920"/>
          </a:xfrm>
          <a:prstGeom prst="ellipse">
            <a:avLst/>
          </a:prstGeom>
          <a:solidFill>
            <a:srgbClr val="FFA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🚨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86600" y="35387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A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应急处置作业情况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73952" y="41148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应急预案体系建设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应急演练开展情况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应急物资储备情况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响应处置流程机制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2026-05-19T10:37:20Z</dcterms:created>
  <dcterms:modified xsi:type="dcterms:W3CDTF">2026-05-19T10:37:20Z</dcterms:modified>
</cp:coreProperties>
</file>